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49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82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9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49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1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9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0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9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7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5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2AE75-4D66-462F-855E-DC76B0440753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D9FEA-7BCB-4E3E-A4BB-4BA1E81C4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0605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Write a requirement specification for a simple library management system.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951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Software Requirement Specification (SRS) for a </a:t>
            </a:r>
            <a:r>
              <a:rPr lang="en-US" b="1" dirty="0"/>
              <a:t>Library Management System (LMS)</a:t>
            </a:r>
            <a:r>
              <a:rPr lang="en-US" dirty="0"/>
              <a:t> outlines exactly what the software should do. It serves as a blueprint for developers and a contract for the library staff.</a:t>
            </a:r>
          </a:p>
          <a:p>
            <a:r>
              <a:rPr lang="en-US" b="1" dirty="0"/>
              <a:t>1. Project Purpose</a:t>
            </a:r>
          </a:p>
          <a:p>
            <a:r>
              <a:rPr lang="en-US" dirty="0"/>
              <a:t>The goal is to create a digital platform to automate the daily operations of a library, replacing manual record-keeping with an efficient, searchable database.</a:t>
            </a:r>
          </a:p>
          <a:p>
            <a:r>
              <a:rPr lang="en-US" b="1" dirty="0"/>
              <a:t>2. User Roles</a:t>
            </a:r>
          </a:p>
          <a:p>
            <a:r>
              <a:rPr lang="en-US" dirty="0"/>
              <a:t>The system typically serves two types of users:</a:t>
            </a:r>
          </a:p>
          <a:p>
            <a:r>
              <a:rPr lang="en-US" b="1" dirty="0"/>
              <a:t>Librarian (Admin):</a:t>
            </a:r>
            <a:r>
              <a:rPr lang="en-US" dirty="0"/>
              <a:t> Can manage the book inventory, register members, and track all loan activities.</a:t>
            </a:r>
          </a:p>
          <a:p>
            <a:r>
              <a:rPr lang="en-US" b="1" dirty="0"/>
              <a:t>Member (User):</a:t>
            </a:r>
            <a:r>
              <a:rPr lang="en-US" dirty="0"/>
              <a:t> Can search for books, view their borrowing history, and check due dates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681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943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3. Functional Requirements (What the system does)</a:t>
            </a:r>
          </a:p>
          <a:p>
            <a:r>
              <a:rPr lang="en-US" b="1" dirty="0"/>
              <a:t>Book Management</a:t>
            </a:r>
          </a:p>
          <a:p>
            <a:r>
              <a:rPr lang="en-US" b="1" dirty="0"/>
              <a:t>Add/Update/Remove:</a:t>
            </a:r>
            <a:r>
              <a:rPr lang="en-US" dirty="0"/>
              <a:t> The librarian can add new titles, update stock counts, or remove damaged/lost books.</a:t>
            </a:r>
          </a:p>
          <a:p>
            <a:r>
              <a:rPr lang="en-US" b="1" dirty="0"/>
              <a:t>Categorization:</a:t>
            </a:r>
            <a:r>
              <a:rPr lang="en-US" dirty="0"/>
              <a:t> Books must be organized by Title, Author, ISBN, Genre, and Publication Year.</a:t>
            </a:r>
          </a:p>
          <a:p>
            <a:r>
              <a:rPr lang="en-US" b="1" dirty="0"/>
              <a:t>Search:</a:t>
            </a:r>
            <a:r>
              <a:rPr lang="en-US" dirty="0"/>
              <a:t> Users can search the catalog using keywords like author name or book title.</a:t>
            </a:r>
          </a:p>
          <a:p>
            <a:r>
              <a:rPr lang="en-US" b="1" dirty="0"/>
              <a:t>Member Management</a:t>
            </a:r>
          </a:p>
          <a:p>
            <a:r>
              <a:rPr lang="en-US" b="1" dirty="0"/>
              <a:t>Registration:</a:t>
            </a:r>
            <a:r>
              <a:rPr lang="en-US" dirty="0"/>
              <a:t> New members can be added with a unique ID and contact details.</a:t>
            </a:r>
          </a:p>
          <a:p>
            <a:r>
              <a:rPr lang="en-US" b="1" dirty="0"/>
              <a:t>Status Tracking:</a:t>
            </a:r>
            <a:r>
              <a:rPr lang="en-US" dirty="0"/>
              <a:t> The system should show if a member is active or has pending fines.</a:t>
            </a:r>
          </a:p>
          <a:p>
            <a:r>
              <a:rPr lang="en-US" b="1" dirty="0"/>
              <a:t>Transaction Management (Circulation)</a:t>
            </a:r>
          </a:p>
          <a:p>
            <a:r>
              <a:rPr lang="en-US" b="1" dirty="0"/>
              <a:t>Check-out:</a:t>
            </a:r>
            <a:r>
              <a:rPr lang="en-US" dirty="0"/>
              <a:t> Linking a specific book to a member ID and setting a return date.</a:t>
            </a:r>
          </a:p>
          <a:p>
            <a:r>
              <a:rPr lang="en-US" b="1" dirty="0"/>
              <a:t>Check-in:</a:t>
            </a:r>
            <a:r>
              <a:rPr lang="en-US" dirty="0"/>
              <a:t> Marking a book as "Available" once it is returned.</a:t>
            </a:r>
          </a:p>
          <a:p>
            <a:r>
              <a:rPr lang="en-US" b="1" dirty="0"/>
              <a:t>Fines:</a:t>
            </a:r>
            <a:r>
              <a:rPr lang="en-US" dirty="0"/>
              <a:t> Automatically calculating late fees if a book is returned after the due date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2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4. Non-Functional Requirements (How the system performs)</a:t>
            </a:r>
          </a:p>
          <a:p>
            <a:r>
              <a:rPr lang="en-US" b="1" dirty="0"/>
              <a:t>Security:</a:t>
            </a:r>
            <a:r>
              <a:rPr lang="en-US" dirty="0"/>
              <a:t> Users must log in with a password. Librarians have more permissions than members.</a:t>
            </a:r>
          </a:p>
          <a:p>
            <a:r>
              <a:rPr lang="en-US" b="1" dirty="0"/>
              <a:t>Usability:</a:t>
            </a:r>
            <a:r>
              <a:rPr lang="en-US" dirty="0"/>
              <a:t> The interface should be simple enough for staff to use with minimal training.</a:t>
            </a:r>
          </a:p>
          <a:p>
            <a:r>
              <a:rPr lang="en-US" b="1" dirty="0"/>
              <a:t>Availability:</a:t>
            </a:r>
            <a:r>
              <a:rPr lang="en-US" dirty="0"/>
              <a:t> The system should be accessible during library operating hours.</a:t>
            </a:r>
          </a:p>
          <a:p>
            <a:r>
              <a:rPr lang="en-US" b="1" dirty="0"/>
              <a:t>Data Integrity:</a:t>
            </a:r>
            <a:r>
              <a:rPr lang="en-US" dirty="0"/>
              <a:t> The database must ensure that a book cannot be "checked out" if it is already in someone else's possession.</a:t>
            </a:r>
          </a:p>
          <a:p>
            <a:r>
              <a:rPr lang="en-US" b="1" dirty="0"/>
              <a:t>5. System Constraints</a:t>
            </a:r>
          </a:p>
          <a:p>
            <a:r>
              <a:rPr lang="en-US" dirty="0"/>
              <a:t>The initial version will be a </a:t>
            </a:r>
            <a:r>
              <a:rPr lang="en-US" b="1" dirty="0"/>
              <a:t>web-based application</a:t>
            </a:r>
            <a:r>
              <a:rPr lang="en-US" dirty="0"/>
              <a:t>.</a:t>
            </a:r>
          </a:p>
          <a:p>
            <a:r>
              <a:rPr lang="en-US" dirty="0"/>
              <a:t>The system should support a library of up to </a:t>
            </a:r>
            <a:r>
              <a:rPr lang="en-US" b="1" dirty="0"/>
              <a:t>10,000 books</a:t>
            </a:r>
            <a:r>
              <a:rPr lang="en-US" dirty="0"/>
              <a:t> and </a:t>
            </a:r>
            <a:r>
              <a:rPr lang="en-US" b="1" dirty="0"/>
              <a:t>500 members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36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Office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Write a requirement specification for a simple library management system.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Write a requirement specification for a simple library management system. </dc:title>
  <dc:creator>admin</dc:creator>
  <cp:lastModifiedBy>admin</cp:lastModifiedBy>
  <cp:revision>2</cp:revision>
  <dcterms:created xsi:type="dcterms:W3CDTF">2026-03-22T07:39:13Z</dcterms:created>
  <dcterms:modified xsi:type="dcterms:W3CDTF">2026-03-22T07:49:42Z</dcterms:modified>
</cp:coreProperties>
</file>