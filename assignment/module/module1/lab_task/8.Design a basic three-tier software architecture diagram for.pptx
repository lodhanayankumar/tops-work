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9F31-A562-4B3D-99DE-CD0E8AE79AA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CB4A-AB75-4834-B7A8-6DD512A0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18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9F31-A562-4B3D-99DE-CD0E8AE79AA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CB4A-AB75-4834-B7A8-6DD512A0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26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9F31-A562-4B3D-99DE-CD0E8AE79AA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CB4A-AB75-4834-B7A8-6DD512A0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267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9F31-A562-4B3D-99DE-CD0E8AE79AA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CB4A-AB75-4834-B7A8-6DD512A0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96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9F31-A562-4B3D-99DE-CD0E8AE79AA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CB4A-AB75-4834-B7A8-6DD512A0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15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9F31-A562-4B3D-99DE-CD0E8AE79AA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CB4A-AB75-4834-B7A8-6DD512A0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876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9F31-A562-4B3D-99DE-CD0E8AE79AA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CB4A-AB75-4834-B7A8-6DD512A0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6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9F31-A562-4B3D-99DE-CD0E8AE79AA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CB4A-AB75-4834-B7A8-6DD512A0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9F31-A562-4B3D-99DE-CD0E8AE79AA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CB4A-AB75-4834-B7A8-6DD512A0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0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9F31-A562-4B3D-99DE-CD0E8AE79AA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CB4A-AB75-4834-B7A8-6DD512A0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50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9F31-A562-4B3D-99DE-CD0E8AE79AA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CB4A-AB75-4834-B7A8-6DD512A0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D9F31-A562-4B3D-99DE-CD0E8AE79AA9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2CB4A-AB75-4834-B7A8-6DD512A0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78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Design a basic three-tier software architecture diagram for a web application.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77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62000"/>
            <a:ext cx="8229600" cy="5345617"/>
          </a:xfrm>
        </p:spPr>
      </p:pic>
    </p:spTree>
    <p:extLst>
      <p:ext uri="{BB962C8B-B14F-4D97-AF65-F5344CB8AC3E}">
        <p14:creationId xmlns:p14="http://schemas.microsoft.com/office/powerpoint/2010/main" val="73593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96000"/>
          </a:xfrm>
        </p:spPr>
        <p:txBody>
          <a:bodyPr>
            <a:noAutofit/>
          </a:bodyPr>
          <a:lstStyle/>
          <a:p>
            <a:r>
              <a:rPr lang="en-US" sz="1800" dirty="0"/>
              <a:t>A three-tier architecture is a software design pattern that divides a web application into three logical and physical layers. This separation allows each tier to be developed, updated, and scaled independently, improving security and performance. </a:t>
            </a:r>
            <a:r>
              <a:rPr lang="en-US" sz="1800" dirty="0" err="1"/>
              <a:t>vFunction</a:t>
            </a:r>
            <a:r>
              <a:rPr lang="en-US" sz="1800" dirty="0"/>
              <a:t> +3</a:t>
            </a:r>
          </a:p>
          <a:p>
            <a:r>
              <a:rPr lang="en-US" sz="1800" b="1" dirty="0"/>
              <a:t>1. Presentation Tier (Client Layer)</a:t>
            </a:r>
          </a:p>
          <a:p>
            <a:r>
              <a:rPr lang="en-US" sz="1800" dirty="0"/>
              <a:t>The </a:t>
            </a:r>
            <a:r>
              <a:rPr lang="en-US" sz="1800" b="1" dirty="0"/>
              <a:t>Presentation Tier</a:t>
            </a:r>
            <a:r>
              <a:rPr lang="en-US" sz="1800" dirty="0"/>
              <a:t> is the topmost level and serves as the user interface. Medium</a:t>
            </a:r>
          </a:p>
          <a:p>
            <a:r>
              <a:rPr lang="en-US" sz="1800" b="1" dirty="0"/>
              <a:t>Purpose</a:t>
            </a:r>
            <a:r>
              <a:rPr lang="en-US" sz="1800" dirty="0"/>
              <a:t>: Handles user interaction and displays information.</a:t>
            </a:r>
          </a:p>
          <a:p>
            <a:r>
              <a:rPr lang="en-US" sz="1800" b="1" dirty="0"/>
              <a:t>Components</a:t>
            </a:r>
            <a:r>
              <a:rPr lang="en-US" sz="1800" dirty="0"/>
              <a:t>: Web browsers (Chrome, Safari) or mobile applications.</a:t>
            </a:r>
          </a:p>
          <a:p>
            <a:r>
              <a:rPr lang="en-US" sz="1800" b="1" dirty="0"/>
              <a:t>Technologies</a:t>
            </a:r>
            <a:r>
              <a:rPr lang="en-US" sz="1800" dirty="0"/>
              <a:t>: Built using HTML5, CSS, and JavaScript.</a:t>
            </a:r>
          </a:p>
          <a:p>
            <a:r>
              <a:rPr lang="en-US" sz="1800" b="1" dirty="0"/>
              <a:t>Interaction</a:t>
            </a:r>
            <a:r>
              <a:rPr lang="en-US" sz="1800" dirty="0"/>
              <a:t>: Communicates with the application tier through API calls. </a:t>
            </a:r>
            <a:r>
              <a:rPr lang="en-US" sz="1800" dirty="0" err="1"/>
              <a:t>TechTarget</a:t>
            </a:r>
            <a:r>
              <a:rPr lang="en-US" sz="1800" dirty="0"/>
              <a:t> +3</a:t>
            </a:r>
          </a:p>
          <a:p>
            <a:r>
              <a:rPr lang="en-US" sz="1800" b="1" dirty="0"/>
              <a:t>2. Application Tier (Logic Layer)</a:t>
            </a:r>
          </a:p>
          <a:p>
            <a:r>
              <a:rPr lang="en-US" sz="1800" dirty="0"/>
              <a:t>The </a:t>
            </a:r>
            <a:r>
              <a:rPr lang="en-US" sz="1800" b="1" dirty="0"/>
              <a:t>Application Tier</a:t>
            </a:r>
            <a:r>
              <a:rPr lang="en-US" sz="1800" dirty="0"/>
              <a:t> sits in the middle and acts as the "brain" of the application. Medium +1</a:t>
            </a:r>
          </a:p>
          <a:p>
            <a:r>
              <a:rPr lang="en-US" sz="1800" b="1" dirty="0"/>
              <a:t>Purpose</a:t>
            </a:r>
            <a:r>
              <a:rPr lang="en-US" sz="1800" dirty="0"/>
              <a:t>: Processes commands, makes logical decisions, and performs calculations.</a:t>
            </a:r>
          </a:p>
          <a:p>
            <a:r>
              <a:rPr lang="en-US" sz="1800" b="1" dirty="0"/>
              <a:t>Components</a:t>
            </a:r>
            <a:r>
              <a:rPr lang="en-US" sz="1800" dirty="0"/>
              <a:t>: Application servers (e.g., Apache Tomcat, </a:t>
            </a:r>
            <a:r>
              <a:rPr lang="en-US" sz="1800" dirty="0" err="1"/>
              <a:t>Nginx</a:t>
            </a:r>
            <a:r>
              <a:rPr lang="en-US" sz="1800" dirty="0"/>
              <a:t>, </a:t>
            </a:r>
            <a:r>
              <a:rPr lang="en-US" sz="1800" dirty="0" err="1"/>
              <a:t>JBoss</a:t>
            </a:r>
            <a:r>
              <a:rPr lang="en-US" sz="1800" dirty="0"/>
              <a:t>).</a:t>
            </a:r>
          </a:p>
          <a:p>
            <a:r>
              <a:rPr lang="en-US" sz="1800" b="1" dirty="0"/>
              <a:t>Technologies</a:t>
            </a:r>
            <a:r>
              <a:rPr lang="en-US" sz="1800" dirty="0"/>
              <a:t>: Often written in languages like Java, Python, or C#.</a:t>
            </a:r>
          </a:p>
          <a:p>
            <a:r>
              <a:rPr lang="en-US" sz="1800" b="1" dirty="0"/>
              <a:t>Interaction</a:t>
            </a:r>
            <a:r>
              <a:rPr lang="en-US" sz="1800" dirty="0"/>
              <a:t>: Coordinates between the presentation layer and the data layer, ensuring data is processed correctly before being stored or displayed. </a:t>
            </a:r>
          </a:p>
        </p:txBody>
      </p:sp>
    </p:spTree>
    <p:extLst>
      <p:ext uri="{BB962C8B-B14F-4D97-AF65-F5344CB8AC3E}">
        <p14:creationId xmlns:p14="http://schemas.microsoft.com/office/powerpoint/2010/main" val="4197823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3. Data Tier (Database Layer)</a:t>
            </a:r>
          </a:p>
          <a:p>
            <a:r>
              <a:rPr lang="en-US" dirty="0"/>
              <a:t>The </a:t>
            </a:r>
            <a:r>
              <a:rPr lang="en-US" b="1" dirty="0"/>
              <a:t>Data Tier</a:t>
            </a:r>
            <a:r>
              <a:rPr lang="en-US" dirty="0"/>
              <a:t> is the back-end layer where information is stored and managed. IBM +1</a:t>
            </a:r>
          </a:p>
          <a:p>
            <a:r>
              <a:rPr lang="en-US" b="1" dirty="0"/>
              <a:t>Purpose</a:t>
            </a:r>
            <a:r>
              <a:rPr lang="en-US" dirty="0"/>
              <a:t>: Provides a structured way to store and retrieve data.</a:t>
            </a:r>
          </a:p>
          <a:p>
            <a:r>
              <a:rPr lang="en-US" b="1" dirty="0"/>
              <a:t>Components</a:t>
            </a:r>
            <a:r>
              <a:rPr lang="en-US" dirty="0"/>
              <a:t>: Database management systems (DBMS).</a:t>
            </a:r>
          </a:p>
          <a:p>
            <a:r>
              <a:rPr lang="en-US" b="1" dirty="0"/>
              <a:t>Technologies</a:t>
            </a:r>
            <a:r>
              <a:rPr lang="en-US" dirty="0"/>
              <a:t>: Common examples include MySQL, </a:t>
            </a:r>
            <a:r>
              <a:rPr lang="en-US" dirty="0" err="1"/>
              <a:t>PostgreSQL</a:t>
            </a:r>
            <a:r>
              <a:rPr lang="en-US" dirty="0"/>
              <a:t>, Oracle, and </a:t>
            </a:r>
            <a:r>
              <a:rPr lang="en-US" dirty="0" err="1"/>
              <a:t>MongoDB</a:t>
            </a:r>
            <a:r>
              <a:rPr lang="en-US" dirty="0"/>
              <a:t>.</a:t>
            </a:r>
          </a:p>
          <a:p>
            <a:r>
              <a:rPr lang="en-US" b="1" dirty="0"/>
              <a:t>Interaction</a:t>
            </a:r>
            <a:r>
              <a:rPr lang="en-US" dirty="0"/>
              <a:t>: Responds to data requests from the application tier; it cannot be accessed directly by the presentation tier for security reasons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659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61</Words>
  <Application>Microsoft Office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Design a basic three-tier software architecture diagram for a web application.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 basic three-tier software architecture diagram for a web application.</dc:title>
  <dc:creator>admin</dc:creator>
  <cp:lastModifiedBy>admin</cp:lastModifiedBy>
  <cp:revision>2</cp:revision>
  <dcterms:created xsi:type="dcterms:W3CDTF">2026-03-22T06:53:09Z</dcterms:created>
  <dcterms:modified xsi:type="dcterms:W3CDTF">2026-03-22T07:05:36Z</dcterms:modified>
</cp:coreProperties>
</file>