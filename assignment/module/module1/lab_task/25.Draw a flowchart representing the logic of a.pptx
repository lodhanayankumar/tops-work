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B64C-6926-4CA8-A30A-5523D1350B83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20318-28BA-41BD-A10B-52D84B64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5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B64C-6926-4CA8-A30A-5523D1350B83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20318-28BA-41BD-A10B-52D84B64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82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B64C-6926-4CA8-A30A-5523D1350B83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20318-28BA-41BD-A10B-52D84B64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800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B64C-6926-4CA8-A30A-5523D1350B83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20318-28BA-41BD-A10B-52D84B64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59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B64C-6926-4CA8-A30A-5523D1350B83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20318-28BA-41BD-A10B-52D84B64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70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B64C-6926-4CA8-A30A-5523D1350B83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20318-28BA-41BD-A10B-52D84B64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592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B64C-6926-4CA8-A30A-5523D1350B83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20318-28BA-41BD-A10B-52D84B64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5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B64C-6926-4CA8-A30A-5523D1350B83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20318-28BA-41BD-A10B-52D84B64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69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B64C-6926-4CA8-A30A-5523D1350B83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20318-28BA-41BD-A10B-52D84B64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05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B64C-6926-4CA8-A30A-5523D1350B83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20318-28BA-41BD-A10B-52D84B64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92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0B64C-6926-4CA8-A30A-5523D1350B83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20318-28BA-41BD-A10B-52D84B64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98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0B64C-6926-4CA8-A30A-5523D1350B83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20318-28BA-41BD-A10B-52D84B64E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Draw a flowchart representing the logic of a basic online registration </a:t>
            </a:r>
            <a:r>
              <a:rPr lang="en-US" dirty="0" err="1"/>
              <a:t>system.simple</a:t>
            </a:r>
            <a:r>
              <a:rPr lang="en-US" dirty="0"/>
              <a:t> word </a:t>
            </a:r>
            <a:r>
              <a:rPr lang="en-US" dirty="0" err="1"/>
              <a:t>pade</a:t>
            </a:r>
            <a:r>
              <a:rPr lang="en-US" dirty="0"/>
              <a:t> diagram with all detail explain.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183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52400"/>
            <a:ext cx="640079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123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Here's the complete flowchart for a basic online registration system. You can click on any box or diamond to learn more about that step. Here's a breakdown of what each section represents:</a:t>
            </a:r>
          </a:p>
          <a:p>
            <a:r>
              <a:rPr lang="en-US" b="1" dirty="0" smtClean="0"/>
              <a:t>Flow summary (top to bottom):</a:t>
            </a:r>
            <a:endParaRPr lang="en-US" dirty="0" smtClean="0"/>
          </a:p>
          <a:p>
            <a:r>
              <a:rPr lang="en-US" b="1" dirty="0" smtClean="0"/>
              <a:t>User visits the registration page</a:t>
            </a:r>
            <a:r>
              <a:rPr lang="en-US" dirty="0" smtClean="0"/>
              <a:t> — the entry point, where the signup form is displayed.</a:t>
            </a:r>
          </a:p>
          <a:p>
            <a:r>
              <a:rPr lang="en-US" b="1" dirty="0" smtClean="0"/>
              <a:t>Fill in &amp; submit the form</a:t>
            </a:r>
            <a:r>
              <a:rPr lang="en-US" dirty="0" smtClean="0"/>
              <a:t> — the user enters their name, email, password, and other details.</a:t>
            </a:r>
          </a:p>
          <a:p>
            <a:r>
              <a:rPr lang="en-US" b="1" dirty="0" smtClean="0"/>
              <a:t>Validation checks (amber diamonds):</a:t>
            </a:r>
            <a:endParaRPr lang="en-US" dirty="0" smtClean="0"/>
          </a:p>
          <a:p>
            <a:pPr lvl="1"/>
            <a:r>
              <a:rPr lang="en-US" i="1" dirty="0" smtClean="0"/>
              <a:t>Required fields empty?</a:t>
            </a:r>
            <a:r>
              <a:rPr lang="en-US" dirty="0" smtClean="0"/>
              <a:t> — if yes, an error is shown and the user is sent back to the form.</a:t>
            </a:r>
          </a:p>
          <a:p>
            <a:pPr lvl="1"/>
            <a:r>
              <a:rPr lang="en-US" i="1" dirty="0" smtClean="0"/>
              <a:t>Valid format?</a:t>
            </a:r>
            <a:r>
              <a:rPr lang="en-US" dirty="0" smtClean="0"/>
              <a:t> — checks that the email is well-formed and the password meets the rules. Errors loop back to the form.</a:t>
            </a:r>
          </a:p>
          <a:p>
            <a:pPr lvl="1"/>
            <a:r>
              <a:rPr lang="en-US" i="1" dirty="0" smtClean="0"/>
              <a:t>Email already registered?</a:t>
            </a:r>
            <a:r>
              <a:rPr lang="en-US" dirty="0" smtClean="0"/>
              <a:t> — queries the database; if a match is found, a "email in use" error is shown.</a:t>
            </a:r>
          </a:p>
          <a:p>
            <a:r>
              <a:rPr lang="en-US" b="1" dirty="0" smtClean="0"/>
              <a:t>Security step — password hashing</a:t>
            </a:r>
            <a:r>
              <a:rPr lang="en-US" dirty="0" smtClean="0"/>
              <a:t> — the plain-text password is never stored; it is hashed using a secure algorithm like </a:t>
            </a:r>
            <a:r>
              <a:rPr lang="en-US" dirty="0" err="1" smtClean="0"/>
              <a:t>bcrypt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Save to database</a:t>
            </a:r>
            <a:r>
              <a:rPr lang="en-US" dirty="0" smtClean="0"/>
              <a:t> — the user record (name, email, hashed password) is written to the system.</a:t>
            </a:r>
          </a:p>
          <a:p>
            <a:r>
              <a:rPr lang="en-US" b="1" dirty="0" smtClean="0"/>
              <a:t>Email verification</a:t>
            </a:r>
            <a:r>
              <a:rPr lang="en-US" dirty="0" smtClean="0"/>
              <a:t> — a unique token link is sent to the user's email address.</a:t>
            </a:r>
          </a:p>
          <a:p>
            <a:r>
              <a:rPr lang="en-US" b="1" dirty="0" smtClean="0"/>
              <a:t>Verify link clicked?</a:t>
            </a:r>
            <a:r>
              <a:rPr lang="en-US" dirty="0" smtClean="0"/>
              <a:t> — if the user clicks the link, the account is activated. If not, the account stays in a </a:t>
            </a:r>
            <a:r>
              <a:rPr lang="en-US" i="1" dirty="0" smtClean="0"/>
              <a:t>pending</a:t>
            </a:r>
            <a:r>
              <a:rPr lang="en-US" dirty="0" smtClean="0"/>
              <a:t> state and a resend option is offered.</a:t>
            </a:r>
          </a:p>
          <a:p>
            <a:r>
              <a:rPr lang="en-US" b="1" dirty="0" smtClean="0"/>
              <a:t>Registration complete</a:t>
            </a:r>
            <a:r>
              <a:rPr lang="en-US" dirty="0" smtClean="0"/>
              <a:t> — the user is now fully registered and can log 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619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284</Words>
  <Application>Microsoft Office PowerPoint</Application>
  <PresentationFormat>On-screen Show (4:3)</PresentationFormat>
  <Paragraphs>14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Draw a flowchart representing the logic of a basic online registration system.simple word pade diagram with all detail explain.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Draw a flowchart representing the logic of a basic online registration system.simple word pade diagram with all detail explain. </dc:title>
  <dc:creator>admin</dc:creator>
  <cp:lastModifiedBy>admin</cp:lastModifiedBy>
  <cp:revision>1</cp:revision>
  <dcterms:created xsi:type="dcterms:W3CDTF">2026-03-20T15:51:35Z</dcterms:created>
  <dcterms:modified xsi:type="dcterms:W3CDTF">2026-03-20T15:56:52Z</dcterms:modified>
</cp:coreProperties>
</file>