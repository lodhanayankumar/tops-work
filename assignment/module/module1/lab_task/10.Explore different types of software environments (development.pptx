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248C-D6D3-4C6B-9DE2-74CEAA5FCDA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EF50-E34A-446A-8F2C-B6FAD0D5C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45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248C-D6D3-4C6B-9DE2-74CEAA5FCDA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EF50-E34A-446A-8F2C-B6FAD0D5C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12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248C-D6D3-4C6B-9DE2-74CEAA5FCDA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EF50-E34A-446A-8F2C-B6FAD0D5C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902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248C-D6D3-4C6B-9DE2-74CEAA5FCDA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EF50-E34A-446A-8F2C-B6FAD0D5C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99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248C-D6D3-4C6B-9DE2-74CEAA5FCDA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EF50-E34A-446A-8F2C-B6FAD0D5C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55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248C-D6D3-4C6B-9DE2-74CEAA5FCDA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EF50-E34A-446A-8F2C-B6FAD0D5C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154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248C-D6D3-4C6B-9DE2-74CEAA5FCDA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EF50-E34A-446A-8F2C-B6FAD0D5C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50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248C-D6D3-4C6B-9DE2-74CEAA5FCDA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EF50-E34A-446A-8F2C-B6FAD0D5C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05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248C-D6D3-4C6B-9DE2-74CEAA5FCDA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EF50-E34A-446A-8F2C-B6FAD0D5C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159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248C-D6D3-4C6B-9DE2-74CEAA5FCDA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EF50-E34A-446A-8F2C-B6FAD0D5C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62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A248C-D6D3-4C6B-9DE2-74CEAA5FCDA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EF50-E34A-446A-8F2C-B6FAD0D5C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21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A248C-D6D3-4C6B-9DE2-74CEAA5FCDA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7EF50-E34A-446A-8F2C-B6FAD0D5C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86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mware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7463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Explore different types of software environments (development, testing, production).Set up a basic environment in a virtual machine.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967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923586"/>
              </p:ext>
            </p:extLst>
          </p:nvPr>
        </p:nvGraphicFramePr>
        <p:xfrm>
          <a:off x="685800" y="609600"/>
          <a:ext cx="7391400" cy="567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332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Environment</a:t>
                      </a:r>
                      <a:r>
                        <a:rPr lang="en-US" dirty="0" smtClean="0">
                          <a:effectLst/>
                        </a:rPr>
                        <a:t>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PurposeKey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Characteristics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Development (</a:t>
                      </a:r>
                      <a:r>
                        <a:rPr lang="en-US" b="1" dirty="0" err="1" smtClean="0"/>
                        <a:t>Dev</a:t>
                      </a:r>
                      <a:r>
                        <a:rPr lang="en-US" b="1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Coding and initial testing.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"playground" where developers write and debug code in isolation. Often exists locally on a developer's machine.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Testing / QA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Quality assurance.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dedicated space where QA teams run functional, performance, and security tests to identify bugs before release.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Staging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Final pre-production check.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"dress rehearsal" environment that replicates the production setup as closely as possible (hardware, data, and configuration).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Production (Prod)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Live application.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The actual environment where end-users interact with the software. It requires the highest level of security and stability.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267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Setting Up a Basic Environment in a Virtual Machine</a:t>
            </a:r>
          </a:p>
          <a:p>
            <a:r>
              <a:rPr lang="en-US" dirty="0"/>
              <a:t>Using a Virtual Machine (VM) is an excellent way to create a safe, isolated development or testing environment without affecting your main operating system. </a:t>
            </a:r>
            <a:r>
              <a:rPr lang="en-US" dirty="0" err="1"/>
              <a:t>Instructables</a:t>
            </a:r>
            <a:r>
              <a:rPr lang="en-US" dirty="0"/>
              <a:t> +1</a:t>
            </a:r>
          </a:p>
          <a:p>
            <a:r>
              <a:rPr lang="en-US" b="1" dirty="0"/>
              <a:t>1. Prerequisites</a:t>
            </a:r>
          </a:p>
          <a:p>
            <a:r>
              <a:rPr lang="en-US" b="1" dirty="0"/>
              <a:t>Hypervisor Software</a:t>
            </a:r>
            <a:r>
              <a:rPr lang="en-US" dirty="0"/>
              <a:t>: Download a tool like Oracle VM </a:t>
            </a:r>
            <a:r>
              <a:rPr lang="en-US" dirty="0" err="1"/>
              <a:t>VirtualBox</a:t>
            </a:r>
            <a:r>
              <a:rPr lang="en-US" dirty="0"/>
              <a:t> (free) or </a:t>
            </a:r>
            <a:r>
              <a:rPr lang="en-US" dirty="0">
                <a:hlinkClick r:id="rId2"/>
              </a:rPr>
              <a:t>VMware</a:t>
            </a:r>
            <a:r>
              <a:rPr lang="en-US" dirty="0"/>
              <a:t>.</a:t>
            </a:r>
          </a:p>
          <a:p>
            <a:r>
              <a:rPr lang="en-US" b="1" dirty="0"/>
              <a:t>Operating System Image</a:t>
            </a:r>
            <a:r>
              <a:rPr lang="en-US" dirty="0"/>
              <a:t>: Download an .</a:t>
            </a:r>
            <a:r>
              <a:rPr lang="en-US" dirty="0" err="1"/>
              <a:t>iso</a:t>
            </a:r>
            <a:r>
              <a:rPr lang="en-US" dirty="0"/>
              <a:t> file for the OS you want to use (e.g., Ubuntu Linux).</a:t>
            </a:r>
          </a:p>
          <a:p>
            <a:r>
              <a:rPr lang="en-US" b="1" dirty="0"/>
              <a:t>Hardware Resources</a:t>
            </a:r>
            <a:r>
              <a:rPr lang="en-US" dirty="0"/>
              <a:t>: Ensure your host computer has at least 8-20 GB of free disk space and enough RAM to spare (minimum 2-4 GB for the VM).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367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2. Create the Virtual Machine</a:t>
            </a:r>
          </a:p>
          <a:p>
            <a:r>
              <a:rPr lang="en-US" b="1" dirty="0"/>
              <a:t>Launch </a:t>
            </a:r>
            <a:r>
              <a:rPr lang="en-US" b="1" dirty="0" err="1"/>
              <a:t>VirtualBox</a:t>
            </a:r>
            <a:r>
              <a:rPr lang="en-US" dirty="0"/>
              <a:t> and click the </a:t>
            </a:r>
            <a:r>
              <a:rPr lang="en-US" b="1" dirty="0"/>
              <a:t>New</a:t>
            </a:r>
            <a:r>
              <a:rPr lang="en-US" dirty="0"/>
              <a:t> button.</a:t>
            </a:r>
          </a:p>
          <a:p>
            <a:r>
              <a:rPr lang="en-US" b="1" dirty="0"/>
              <a:t>Name the VM</a:t>
            </a:r>
            <a:r>
              <a:rPr lang="en-US" dirty="0"/>
              <a:t> (e.g., "</a:t>
            </a:r>
            <a:r>
              <a:rPr lang="en-US" dirty="0" err="1"/>
              <a:t>Dev</a:t>
            </a:r>
            <a:r>
              <a:rPr lang="en-US" dirty="0"/>
              <a:t>-Environment") and select the OS type and version.</a:t>
            </a:r>
          </a:p>
          <a:p>
            <a:r>
              <a:rPr lang="en-US" b="1" dirty="0"/>
              <a:t>Allocate RAM</a:t>
            </a:r>
            <a:r>
              <a:rPr lang="en-US" dirty="0"/>
              <a:t>: Assign at least 2 GB (2048 MB) of memory. Avoid giving the VM more than half of your total system RAM to prevent host slowdowns.</a:t>
            </a:r>
          </a:p>
          <a:p>
            <a:r>
              <a:rPr lang="en-US" b="1" dirty="0"/>
              <a:t>Create a Virtual Hard Disk</a:t>
            </a:r>
            <a:r>
              <a:rPr lang="en-US" dirty="0"/>
              <a:t>: Select </a:t>
            </a:r>
            <a:r>
              <a:rPr lang="en-US" b="1" dirty="0"/>
              <a:t>VDI</a:t>
            </a:r>
            <a:r>
              <a:rPr lang="en-US" dirty="0"/>
              <a:t> (</a:t>
            </a:r>
            <a:r>
              <a:rPr lang="en-US" dirty="0" err="1"/>
              <a:t>VirtualBox</a:t>
            </a:r>
            <a:r>
              <a:rPr lang="en-US" dirty="0"/>
              <a:t> Disk Image) and choose </a:t>
            </a:r>
            <a:r>
              <a:rPr lang="en-US" b="1" dirty="0"/>
              <a:t>Dynamically allocated</a:t>
            </a:r>
            <a:r>
              <a:rPr lang="en-US" dirty="0"/>
              <a:t> to save space on your host machine. Set the size to at least 20 GB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519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3. Install the OS</a:t>
            </a:r>
          </a:p>
          <a:p>
            <a:r>
              <a:rPr lang="en-US" dirty="0"/>
              <a:t>Select your new VM and click </a:t>
            </a:r>
            <a:r>
              <a:rPr lang="en-US" b="1" dirty="0"/>
              <a:t>Settings</a:t>
            </a:r>
            <a:r>
              <a:rPr lang="en-US" dirty="0"/>
              <a:t> -&gt; </a:t>
            </a:r>
            <a:r>
              <a:rPr lang="en-US" b="1" dirty="0"/>
              <a:t>Storage</a:t>
            </a:r>
            <a:r>
              <a:rPr lang="en-US" dirty="0"/>
              <a:t>.</a:t>
            </a:r>
          </a:p>
          <a:p>
            <a:r>
              <a:rPr lang="en-US" dirty="0"/>
              <a:t>Click the empty disc icon and select </a:t>
            </a:r>
            <a:r>
              <a:rPr lang="en-US" b="1" dirty="0"/>
              <a:t>Choose Virtual Optical Disk File</a:t>
            </a:r>
            <a:r>
              <a:rPr lang="en-US" dirty="0"/>
              <a:t> to attach your downloaded .</a:t>
            </a:r>
            <a:r>
              <a:rPr lang="en-US" dirty="0" err="1"/>
              <a:t>iso</a:t>
            </a:r>
            <a:r>
              <a:rPr lang="en-US" dirty="0"/>
              <a:t> file.</a:t>
            </a:r>
          </a:p>
          <a:p>
            <a:r>
              <a:rPr lang="en-US" dirty="0"/>
              <a:t>Click </a:t>
            </a:r>
            <a:r>
              <a:rPr lang="en-US" b="1" dirty="0"/>
              <a:t>Start</a:t>
            </a:r>
            <a:r>
              <a:rPr lang="en-US" dirty="0"/>
              <a:t> to boot the VM and follow the on-screen installation prompts for the guest OS. </a:t>
            </a:r>
            <a:r>
              <a:rPr lang="en-US" dirty="0" err="1"/>
              <a:t>ServerWatch</a:t>
            </a:r>
            <a:r>
              <a:rPr lang="en-US" dirty="0"/>
              <a:t> +2</a:t>
            </a:r>
          </a:p>
          <a:p>
            <a:r>
              <a:rPr lang="en-US" b="1" dirty="0"/>
              <a:t>4. Configure the </a:t>
            </a:r>
            <a:r>
              <a:rPr lang="en-US" b="1" dirty="0" err="1"/>
              <a:t>Dev</a:t>
            </a:r>
            <a:r>
              <a:rPr lang="en-US" b="1" dirty="0"/>
              <a:t>/Test Environment </a:t>
            </a:r>
          </a:p>
          <a:p>
            <a:r>
              <a:rPr lang="en-US" b="1" dirty="0"/>
              <a:t>Install Guest Additions</a:t>
            </a:r>
            <a:r>
              <a:rPr lang="en-US" dirty="0"/>
              <a:t>: Once the OS is running, go to </a:t>
            </a:r>
            <a:r>
              <a:rPr lang="en-US" b="1" dirty="0"/>
              <a:t>Devices</a:t>
            </a:r>
            <a:r>
              <a:rPr lang="en-US" dirty="0"/>
              <a:t> -&gt; </a:t>
            </a:r>
            <a:r>
              <a:rPr lang="en-US" b="1" dirty="0"/>
              <a:t>Insert Guest Additions CD Image</a:t>
            </a:r>
            <a:r>
              <a:rPr lang="en-US" dirty="0"/>
              <a:t>. This improves screen resolution and enables features like copy-pasting between your host and the VM.</a:t>
            </a:r>
          </a:p>
          <a:p>
            <a:r>
              <a:rPr lang="en-US" b="1" dirty="0"/>
              <a:t>Install Tools</a:t>
            </a:r>
            <a:r>
              <a:rPr lang="en-US" dirty="0"/>
              <a:t>: Open a terminal in your VM to install necessary software (e.g., for a Python environment, run </a:t>
            </a:r>
            <a:r>
              <a:rPr lang="en-US" dirty="0" err="1"/>
              <a:t>sudo</a:t>
            </a:r>
            <a:r>
              <a:rPr lang="en-US" dirty="0"/>
              <a:t> apt update &amp;&amp; </a:t>
            </a:r>
            <a:r>
              <a:rPr lang="en-US" dirty="0" err="1"/>
              <a:t>sudo</a:t>
            </a:r>
            <a:r>
              <a:rPr lang="en-US" dirty="0"/>
              <a:t> apt install python3 </a:t>
            </a:r>
            <a:r>
              <a:rPr lang="en-US" dirty="0" err="1"/>
              <a:t>git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019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193</Words>
  <Application>Microsoft Office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Explore different types of software environments (development, testing, production).Set up a basic environment in a virtual machine.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Explore different types of software environments (development, testing, production).Set up a basic environment in a virtual machine.</dc:title>
  <dc:creator>admin</dc:creator>
  <cp:lastModifiedBy>admin</cp:lastModifiedBy>
  <cp:revision>2</cp:revision>
  <dcterms:created xsi:type="dcterms:W3CDTF">2026-03-21T02:49:23Z</dcterms:created>
  <dcterms:modified xsi:type="dcterms:W3CDTF">2026-03-21T02:59:51Z</dcterms:modified>
</cp:coreProperties>
</file>