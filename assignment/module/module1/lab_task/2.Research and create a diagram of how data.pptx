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9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6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64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5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9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1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EE9F3-649D-46F1-9633-4D2F6E8561D2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03FCA-E977-4A1A-935D-42B0825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5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target.com/whatis/definition/HTTP-Hypertext-Transfer-Protocol" TargetMode="External"/><Relationship Id="rId2" Type="http://schemas.openxmlformats.org/officeDocument/2006/relationships/hyperlink" Target="https://www.ni.com/docs/en-US/bundle/labview-nxg-data-communication/page/transferring-data-over-network-tcp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Research and create a diagram of how data is transmitted from a client to a server over the internet.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46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 the client-server model, data transmission follows a structured journey across several layers of hardware and software protocols.</a:t>
            </a:r>
          </a:p>
          <a:p>
            <a:r>
              <a:rPr lang="en-US" b="1" dirty="0"/>
              <a:t>The Data Transmission Process</a:t>
            </a:r>
          </a:p>
          <a:p>
            <a:r>
              <a:rPr lang="en-US" b="1" dirty="0"/>
              <a:t>Request Initiation</a:t>
            </a:r>
            <a:r>
              <a:rPr lang="en-US" dirty="0"/>
              <a:t>: The process begins when a user enters a URL or triggers an action in a client application (like a web browser).</a:t>
            </a:r>
          </a:p>
          <a:p>
            <a:r>
              <a:rPr lang="en-US" b="1" dirty="0"/>
              <a:t>DNS Lookup</a:t>
            </a:r>
            <a:r>
              <a:rPr lang="en-US" dirty="0"/>
              <a:t>: The browser contacts a DNS (Domain Name System) server to translate the human-readable domain name (e.g., google.com) into a numerical IP address required for routing.</a:t>
            </a:r>
          </a:p>
          <a:p>
            <a:r>
              <a:rPr lang="en-US" b="1" dirty="0" err="1"/>
              <a:t>Packetization</a:t>
            </a:r>
            <a:r>
              <a:rPr lang="en-US" dirty="0"/>
              <a:t>: The </a:t>
            </a:r>
            <a:r>
              <a:rPr lang="en-US" dirty="0">
                <a:hlinkClick r:id="rId2"/>
              </a:rPr>
              <a:t>Transmission Control Protocol (TCP)</a:t>
            </a:r>
            <a:r>
              <a:rPr lang="en-US" dirty="0"/>
              <a:t> breaks the data request into smaller units called </a:t>
            </a:r>
            <a:r>
              <a:rPr lang="en-US" b="1" dirty="0"/>
              <a:t>packets</a:t>
            </a:r>
            <a:r>
              <a:rPr lang="en-US" dirty="0"/>
              <a:t>. Each packet contains a sequence number and the IP addresses of both the sender and receiver.</a:t>
            </a:r>
          </a:p>
          <a:p>
            <a:r>
              <a:rPr lang="en-US" b="1" dirty="0"/>
              <a:t>Routing</a:t>
            </a:r>
            <a:r>
              <a:rPr lang="en-US" dirty="0"/>
              <a:t>: Packets are sent from the client to an Internet Service Provider (ISP) and then through a series of routers and switches. These packets may take different physical paths across the internet's backbone of optical fiber cables to reach the destination.</a:t>
            </a:r>
          </a:p>
          <a:p>
            <a:r>
              <a:rPr lang="en-US" b="1" dirty="0"/>
              <a:t>Server Processing</a:t>
            </a:r>
            <a:r>
              <a:rPr lang="en-US" dirty="0"/>
              <a:t>: Once the packets arrive at the server's IP address, the server reassembles them in the correct order. The server processes the </a:t>
            </a:r>
            <a:r>
              <a:rPr lang="en-US" dirty="0">
                <a:hlinkClick r:id="rId3"/>
              </a:rPr>
              <a:t>HTTP/HTTPS request</a:t>
            </a:r>
            <a:r>
              <a:rPr lang="en-US" dirty="0"/>
              <a:t> and sends back the requested data (such as HTML, images, or files) using the same packetized method.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65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8229600" cy="3703039"/>
          </a:xfrm>
        </p:spPr>
      </p:pic>
    </p:spTree>
    <p:extLst>
      <p:ext uri="{BB962C8B-B14F-4D97-AF65-F5344CB8AC3E}">
        <p14:creationId xmlns:p14="http://schemas.microsoft.com/office/powerpoint/2010/main" val="240930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1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77</Words>
  <Application>Microsoft Office PowerPoint</Application>
  <PresentationFormat>On-screen Show (4:3)</PresentationFormat>
  <Paragraphs>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Research and create a diagram of how data is transmitted from a client to a server over the internet.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2026-03-20T16:12:44Z</dcterms:created>
  <dcterms:modified xsi:type="dcterms:W3CDTF">2026-03-20T16:42:12Z</dcterms:modified>
</cp:coreProperties>
</file>