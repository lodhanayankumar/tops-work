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2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0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6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8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5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6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5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9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5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E600B-2CF0-4332-95C9-3D3C0ACFEDA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04DA-BAA0-49A2-810D-8910CA6E2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8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a basic system architecture for a food delivery app.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The Architecture Diagram</a:t>
            </a:r>
          </a:p>
          <a:p>
            <a:r>
              <a:rPr lang="en-US" dirty="0"/>
              <a:t>Imagine this drawn on a page in your notebook:</a:t>
            </a:r>
          </a:p>
          <a:p>
            <a:r>
              <a:rPr lang="en-US" b="1" dirty="0"/>
              <a:t>Top Row (The Apps):</a:t>
            </a:r>
            <a:r>
              <a:rPr lang="en-US" dirty="0"/>
              <a:t> Draw three mobile phone shapes. Label them </a:t>
            </a:r>
            <a:r>
              <a:rPr lang="en-US" b="1" dirty="0"/>
              <a:t>Customer App</a:t>
            </a:r>
            <a:r>
              <a:rPr lang="en-US" dirty="0"/>
              <a:t>, </a:t>
            </a:r>
            <a:r>
              <a:rPr lang="en-US" b="1" dirty="0"/>
              <a:t>Restaurant App</a:t>
            </a:r>
            <a:r>
              <a:rPr lang="en-US" dirty="0"/>
              <a:t>, and </a:t>
            </a:r>
            <a:r>
              <a:rPr lang="en-US" b="1" dirty="0"/>
              <a:t>Driver App</a:t>
            </a:r>
            <a:r>
              <a:rPr lang="en-US" dirty="0"/>
              <a:t>.</a:t>
            </a:r>
          </a:p>
          <a:p>
            <a:r>
              <a:rPr lang="en-US" b="1" dirty="0"/>
              <a:t>Middle (The Brain):</a:t>
            </a:r>
            <a:r>
              <a:rPr lang="en-US" dirty="0"/>
              <a:t> Draw a large central box labeled </a:t>
            </a:r>
            <a:r>
              <a:rPr lang="en-US" b="1" dirty="0"/>
              <a:t>Cloud Server / API Gateway</a:t>
            </a:r>
            <a:r>
              <a:rPr lang="en-US" dirty="0"/>
              <a:t>. Draw arrows from each app pointing to this box.</a:t>
            </a:r>
          </a:p>
          <a:p>
            <a:r>
              <a:rPr lang="en-US" b="1" dirty="0"/>
              <a:t>Bottom Row (The Database):</a:t>
            </a:r>
            <a:r>
              <a:rPr lang="en-US" dirty="0"/>
              <a:t> Draw two "cylinder" shapes. Label one </a:t>
            </a:r>
            <a:r>
              <a:rPr lang="en-US" b="1" dirty="0"/>
              <a:t>Main Database</a:t>
            </a:r>
            <a:r>
              <a:rPr lang="en-US" dirty="0"/>
              <a:t> (for user info and orders) and the other </a:t>
            </a:r>
            <a:r>
              <a:rPr lang="en-US" b="1" dirty="0"/>
              <a:t>Live Map Database</a:t>
            </a:r>
            <a:r>
              <a:rPr lang="en-US" dirty="0"/>
              <a:t> (for tracking drivers). 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2. How the Components Talk (The Flow)</a:t>
            </a:r>
          </a:p>
          <a:p>
            <a:r>
              <a:rPr lang="en-US" dirty="0"/>
              <a:t>To explain this to your teacher or peers, follow the path of a single order:</a:t>
            </a:r>
          </a:p>
          <a:p>
            <a:r>
              <a:rPr lang="en-US" b="1" dirty="0"/>
              <a:t>Order Placement</a:t>
            </a:r>
            <a:r>
              <a:rPr lang="en-US" dirty="0"/>
              <a:t>: The </a:t>
            </a:r>
            <a:r>
              <a:rPr lang="en-US" b="1" dirty="0"/>
              <a:t>Customer App</a:t>
            </a:r>
            <a:r>
              <a:rPr lang="en-US" dirty="0"/>
              <a:t> sends a request to the </a:t>
            </a:r>
            <a:r>
              <a:rPr lang="en-US" b="1" dirty="0"/>
              <a:t>Cloud Server</a:t>
            </a:r>
            <a:r>
              <a:rPr lang="en-US" dirty="0"/>
              <a:t>. The server checks the </a:t>
            </a:r>
            <a:r>
              <a:rPr lang="en-US" b="1" dirty="0"/>
              <a:t>Main Database</a:t>
            </a:r>
            <a:r>
              <a:rPr lang="en-US" dirty="0"/>
              <a:t> to confirm the food is available and processes the payment.</a:t>
            </a:r>
          </a:p>
          <a:p>
            <a:r>
              <a:rPr lang="en-US" b="1" dirty="0"/>
              <a:t>Order Confirmation</a:t>
            </a:r>
            <a:r>
              <a:rPr lang="en-US" dirty="0"/>
              <a:t>: The server sends a notification to the </a:t>
            </a:r>
            <a:r>
              <a:rPr lang="en-US" b="1" dirty="0"/>
              <a:t>Restaurant App</a:t>
            </a:r>
            <a:r>
              <a:rPr lang="en-US" dirty="0"/>
              <a:t>. Once the restaurant clicks "Accept," the order status updates in the database.</a:t>
            </a:r>
          </a:p>
          <a:p>
            <a:r>
              <a:rPr lang="en-US" b="1" dirty="0"/>
              <a:t>Driver Assignment</a:t>
            </a:r>
            <a:r>
              <a:rPr lang="en-US" dirty="0"/>
              <a:t>: The </a:t>
            </a:r>
            <a:r>
              <a:rPr lang="en-US" b="1" dirty="0"/>
              <a:t>Dispatch Engine</a:t>
            </a:r>
            <a:r>
              <a:rPr lang="en-US" dirty="0"/>
              <a:t> (inside the server) looks at the </a:t>
            </a:r>
            <a:r>
              <a:rPr lang="en-US" b="1" dirty="0"/>
              <a:t>Live Map Database</a:t>
            </a:r>
            <a:r>
              <a:rPr lang="en-US" dirty="0"/>
              <a:t> to find the closest available driver and sends the request to their </a:t>
            </a:r>
            <a:r>
              <a:rPr lang="en-US" b="1" dirty="0"/>
              <a:t>Driver App</a:t>
            </a:r>
            <a:r>
              <a:rPr lang="en-US" dirty="0"/>
              <a:t>.</a:t>
            </a:r>
          </a:p>
          <a:p>
            <a:r>
              <a:rPr lang="en-US" b="1" dirty="0"/>
              <a:t>Real-Time Tracking</a:t>
            </a:r>
            <a:r>
              <a:rPr lang="en-US" dirty="0"/>
              <a:t>: As the driver moves, their app sends GPS coordinates to the server every few seconds. The server then pushes this location to the </a:t>
            </a:r>
            <a:r>
              <a:rPr lang="en-US" b="1" dirty="0"/>
              <a:t>Customer App</a:t>
            </a:r>
            <a:r>
              <a:rPr lang="en-US" dirty="0"/>
              <a:t> 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0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3. Key Tech Terms to Know</a:t>
            </a:r>
          </a:p>
          <a:p>
            <a:r>
              <a:rPr lang="en-US" b="1" dirty="0"/>
              <a:t>API Gateway</a:t>
            </a:r>
            <a:r>
              <a:rPr lang="en-US" dirty="0"/>
              <a:t>: The "Security Guard" at the entrance of the server that makes sure requests go to the right place.</a:t>
            </a:r>
          </a:p>
          <a:p>
            <a:r>
              <a:rPr lang="en-US" b="1" dirty="0" err="1"/>
              <a:t>Microservices</a:t>
            </a:r>
            <a:r>
              <a:rPr lang="en-US" dirty="0"/>
              <a:t>: Instead of one giant program, the server is split into small teams: one for </a:t>
            </a:r>
            <a:r>
              <a:rPr lang="en-US" b="1" dirty="0"/>
              <a:t>Payments</a:t>
            </a:r>
            <a:r>
              <a:rPr lang="en-US" dirty="0"/>
              <a:t>, one for </a:t>
            </a:r>
            <a:r>
              <a:rPr lang="en-US" b="1" dirty="0"/>
              <a:t>Notifications</a:t>
            </a:r>
            <a:r>
              <a:rPr lang="en-US" dirty="0"/>
              <a:t>, and one for </a:t>
            </a:r>
            <a:r>
              <a:rPr lang="en-US" b="1" dirty="0"/>
              <a:t>Orders</a:t>
            </a:r>
            <a:r>
              <a:rPr lang="en-US" dirty="0"/>
              <a:t>.</a:t>
            </a:r>
          </a:p>
          <a:p>
            <a:r>
              <a:rPr lang="en-US" b="1" dirty="0"/>
              <a:t>Database (SQL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r>
              <a:rPr lang="en-US" b="1" dirty="0"/>
              <a:t>)</a:t>
            </a:r>
            <a:r>
              <a:rPr lang="en-US" dirty="0"/>
              <a:t>: Use </a:t>
            </a:r>
            <a:r>
              <a:rPr lang="en-US" b="1" dirty="0"/>
              <a:t>SQL</a:t>
            </a:r>
            <a:r>
              <a:rPr lang="en-US" dirty="0"/>
              <a:t> for things that must be exact (like money) and </a:t>
            </a:r>
            <a:r>
              <a:rPr lang="en-US" b="1" dirty="0" err="1"/>
              <a:t>NoSQL</a:t>
            </a:r>
            <a:r>
              <a:rPr lang="en-US" dirty="0"/>
              <a:t> for things that change fast (like a driver's moving location). Medium +1</a:t>
            </a:r>
          </a:p>
          <a:p>
            <a:r>
              <a:rPr lang="en-US" b="1" dirty="0"/>
              <a:t>Answer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basic food delivery architecture uses three front-end apps (</a:t>
            </a:r>
            <a:r>
              <a:rPr lang="en-US" b="1" dirty="0"/>
              <a:t>Customer, Restaurant, and Driver</a:t>
            </a:r>
            <a:r>
              <a:rPr lang="en-US" dirty="0"/>
              <a:t>) connected to a central </a:t>
            </a:r>
            <a:r>
              <a:rPr lang="en-US" b="1" dirty="0"/>
              <a:t>Cloud Server</a:t>
            </a:r>
            <a:r>
              <a:rPr lang="en-US" dirty="0"/>
              <a:t> that manages logic like </a:t>
            </a:r>
            <a:r>
              <a:rPr lang="en-US" b="1" dirty="0"/>
              <a:t>Order Processing and Driver Dispatching</a:t>
            </a:r>
            <a:r>
              <a:rPr lang="en-US" dirty="0"/>
              <a:t>, supported by a </a:t>
            </a:r>
            <a:r>
              <a:rPr lang="en-US" b="1" dirty="0"/>
              <a:t>Relational Database</a:t>
            </a:r>
            <a:r>
              <a:rPr lang="en-US" dirty="0"/>
              <a:t> for orders and a </a:t>
            </a:r>
            <a:r>
              <a:rPr lang="en-US" b="1" dirty="0"/>
              <a:t>Real-time Database</a:t>
            </a:r>
            <a:r>
              <a:rPr lang="en-US" dirty="0"/>
              <a:t> for GPS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29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Design a basic system architecture for a food delivery app.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 basic system architecture for a food delivery app. </dc:title>
  <dc:creator>admin</dc:creator>
  <cp:lastModifiedBy>admin</cp:lastModifiedBy>
  <cp:revision>1</cp:revision>
  <dcterms:created xsi:type="dcterms:W3CDTF">2026-03-22T13:37:21Z</dcterms:created>
  <dcterms:modified xsi:type="dcterms:W3CDTF">2026-03-22T13:47:10Z</dcterms:modified>
</cp:coreProperties>
</file>