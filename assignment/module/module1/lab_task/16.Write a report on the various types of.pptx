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6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23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4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7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30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9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26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58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08F50-BCDB-4AE5-B594-409D5408736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69CCC-9776-478D-A22A-281234C8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4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Write a report on the various types of application software and how they improve productivity.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75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213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Application software consists of programs designed to help end-users perform specific tasks. Unlike system software, which runs the computer's background processes, application software is the primary tool users interact with to generate output.</a:t>
            </a:r>
          </a:p>
          <a:p>
            <a:r>
              <a:rPr lang="en-US" b="1" dirty="0"/>
              <a:t>Key Categories of Application Software</a:t>
            </a:r>
          </a:p>
          <a:p>
            <a:r>
              <a:rPr lang="en-US" b="1" dirty="0"/>
              <a:t>1. General-Purpose Applications</a:t>
            </a:r>
          </a:p>
          <a:p>
            <a:r>
              <a:rPr lang="en-US" dirty="0"/>
              <a:t>These are versatile tools used by a broad audience for common tasks.</a:t>
            </a:r>
          </a:p>
          <a:p>
            <a:r>
              <a:rPr lang="en-US" b="1" dirty="0"/>
              <a:t>Word Processors:</a:t>
            </a:r>
            <a:r>
              <a:rPr lang="en-US" dirty="0"/>
              <a:t> (e.g., Microsoft Word, Google Docs) used for creating documents and reports.</a:t>
            </a:r>
          </a:p>
          <a:p>
            <a:r>
              <a:rPr lang="en-US" b="1" dirty="0"/>
              <a:t>Spreadsheets:</a:t>
            </a:r>
            <a:r>
              <a:rPr lang="en-US" dirty="0"/>
              <a:t> (e.g., Microsoft Excel, Google Sheets) used for data analysis and financial modeling.</a:t>
            </a:r>
          </a:p>
          <a:p>
            <a:r>
              <a:rPr lang="en-US" b="1" dirty="0"/>
              <a:t>Presentation Software:</a:t>
            </a:r>
            <a:r>
              <a:rPr lang="en-US" dirty="0"/>
              <a:t> (e.g., PowerPoint, Keynote) used to visualize and communicate ideas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707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Autofit/>
          </a:bodyPr>
          <a:lstStyle/>
          <a:p>
            <a:r>
              <a:rPr lang="en-US" sz="2400" b="1" dirty="0"/>
              <a:t>2. Business and Enterprise Software</a:t>
            </a:r>
          </a:p>
          <a:p>
            <a:r>
              <a:rPr lang="en-US" sz="2400" dirty="0"/>
              <a:t>Designed to meet the specific needs of an entire organization.</a:t>
            </a:r>
          </a:p>
          <a:p>
            <a:r>
              <a:rPr lang="en-US" sz="2400" b="1" dirty="0"/>
              <a:t>Customer Relationship Management (CRM):</a:t>
            </a:r>
            <a:r>
              <a:rPr lang="en-US" sz="2400" dirty="0"/>
              <a:t> (e.g., </a:t>
            </a:r>
            <a:r>
              <a:rPr lang="en-US" sz="2400" dirty="0" err="1"/>
              <a:t>Salesforce</a:t>
            </a:r>
            <a:r>
              <a:rPr lang="en-US" sz="2400" dirty="0"/>
              <a:t>, </a:t>
            </a:r>
            <a:r>
              <a:rPr lang="en-US" sz="2400" dirty="0" err="1"/>
              <a:t>HubSpot</a:t>
            </a:r>
            <a:r>
              <a:rPr lang="en-US" sz="2400" dirty="0"/>
              <a:t>) manages interactions with current and potential customers.</a:t>
            </a:r>
          </a:p>
          <a:p>
            <a:r>
              <a:rPr lang="en-US" sz="2400" b="1" dirty="0"/>
              <a:t>Enterprise Resource Planning (ERP):</a:t>
            </a:r>
            <a:r>
              <a:rPr lang="en-US" sz="2400" dirty="0"/>
              <a:t> (e.g., SAP, Oracle) integrates core business processes like finance, HR, and supply chain.</a:t>
            </a:r>
          </a:p>
          <a:p>
            <a:r>
              <a:rPr lang="en-US" sz="2400" b="1" dirty="0"/>
              <a:t>3. Creative and Media Software</a:t>
            </a:r>
          </a:p>
          <a:p>
            <a:r>
              <a:rPr lang="en-US" sz="2400" dirty="0"/>
              <a:t>Tools focused on the production of digital content.</a:t>
            </a:r>
          </a:p>
          <a:p>
            <a:r>
              <a:rPr lang="en-US" sz="2400" b="1" dirty="0"/>
              <a:t>Graphic Design:</a:t>
            </a:r>
            <a:r>
              <a:rPr lang="en-US" sz="2400" dirty="0"/>
              <a:t> (e.g., Adobe Photoshop, </a:t>
            </a:r>
            <a:r>
              <a:rPr lang="en-US" sz="2400" dirty="0" err="1"/>
              <a:t>Canva</a:t>
            </a:r>
            <a:r>
              <a:rPr lang="en-US" sz="2400" dirty="0"/>
              <a:t>) for visual assets.</a:t>
            </a:r>
          </a:p>
          <a:p>
            <a:r>
              <a:rPr lang="en-US" sz="2400" b="1" dirty="0"/>
              <a:t>Video Editing:</a:t>
            </a:r>
            <a:r>
              <a:rPr lang="en-US" sz="2400" dirty="0"/>
              <a:t> (e.g., Final Cut Pro, Premiere Pro) for multimedia production.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260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1142999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How Application Software Improves Productivity</a:t>
            </a:r>
          </a:p>
          <a:p>
            <a:r>
              <a:rPr lang="en-US" dirty="0"/>
              <a:t>Application software enhances efficiency through three primary mechanisms: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61505"/>
              </p:ext>
            </p:extLst>
          </p:nvPr>
        </p:nvGraphicFramePr>
        <p:xfrm>
          <a:off x="304800" y="1143000"/>
          <a:ext cx="8610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6608"/>
                <a:gridCol w="5273992"/>
              </a:tblGrid>
              <a:tr h="344129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Impact on Productivity</a:t>
                      </a:r>
                      <a:endParaRPr lang="en-US" dirty="0"/>
                    </a:p>
                  </a:txBody>
                  <a:tcPr/>
                </a:tc>
              </a:tr>
              <a:tr h="602226">
                <a:tc>
                  <a:txBody>
                    <a:bodyPr/>
                    <a:lstStyle/>
                    <a:p>
                      <a:r>
                        <a:rPr lang="en-US" b="1" dirty="0" smtClean="0"/>
                        <a:t>Automation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Performs repetitive tasks (like data sorting or spell-checking) instantly, freeing up human time.</a:t>
                      </a:r>
                      <a:endParaRPr lang="en-US" dirty="0"/>
                    </a:p>
                  </a:txBody>
                  <a:tcPr/>
                </a:tc>
              </a:tr>
              <a:tr h="86032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Collaboration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Cloud-based apps allow multiple users to work on the same file simultaneously, eliminating version-control issues.</a:t>
                      </a:r>
                      <a:endParaRPr lang="en-US" dirty="0"/>
                    </a:p>
                  </a:txBody>
                  <a:tcPr/>
                </a:tc>
              </a:tr>
              <a:tr h="86032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Data </a:t>
                      </a:r>
                      <a:r>
                        <a:rPr lang="en-US" b="1" dirty="0" err="1" smtClean="0"/>
                        <a:t>Organization</a:t>
                      </a:r>
                      <a:r>
                        <a:rPr lang="en-US" dirty="0" err="1" smtClean="0"/>
                        <a:t>Databases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and spreadsheets store massive amounts of info that can be searched and analyzed in seconds.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9943" y="40386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Summary of Benefits</a:t>
            </a:r>
          </a:p>
          <a:p>
            <a:r>
              <a:rPr lang="en-US" b="1" dirty="0" smtClean="0"/>
              <a:t>Reduction of Human Error:</a:t>
            </a:r>
            <a:r>
              <a:rPr lang="en-US" dirty="0" smtClean="0"/>
              <a:t> Automated calculations and templates ensure consistency.</a:t>
            </a:r>
          </a:p>
          <a:p>
            <a:r>
              <a:rPr lang="en-US" b="1" dirty="0" smtClean="0"/>
              <a:t>Faster Communication:</a:t>
            </a:r>
            <a:r>
              <a:rPr lang="en-US" dirty="0" smtClean="0"/>
              <a:t> Tools like Slack or Microsoft Teams replace slow email chains with real-time updates.</a:t>
            </a:r>
          </a:p>
          <a:p>
            <a:r>
              <a:rPr lang="en-US" b="1" dirty="0" smtClean="0"/>
              <a:t>Accessibility:</a:t>
            </a:r>
            <a:r>
              <a:rPr lang="en-US" dirty="0" smtClean="0"/>
              <a:t> Mobile and web applications allow users to work from anywhere, at any time.</a:t>
            </a:r>
          </a:p>
          <a:p>
            <a:r>
              <a:rPr lang="en-US" dirty="0" smtClean="0"/>
              <a:t>Would you like to see a comparison between </a:t>
            </a:r>
            <a:r>
              <a:rPr lang="en-US" b="1" dirty="0" smtClean="0"/>
              <a:t>open-source</a:t>
            </a:r>
            <a:r>
              <a:rPr lang="en-US" dirty="0" smtClean="0"/>
              <a:t> and </a:t>
            </a:r>
            <a:r>
              <a:rPr lang="en-US" b="1" dirty="0" smtClean="0"/>
              <a:t>proprietary</a:t>
            </a:r>
            <a:r>
              <a:rPr lang="en-US" dirty="0" smtClean="0"/>
              <a:t> application </a:t>
            </a:r>
            <a:r>
              <a:rPr lang="en-US" dirty="0" err="1" smtClean="0"/>
              <a:t>softwa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681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181</Words>
  <Application>Microsoft Office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Write a report on the various types of application software and how they improve productivity.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Write a report on the various types of application software and how they improve productivity.</dc:title>
  <dc:creator>admin</dc:creator>
  <cp:lastModifiedBy>admin</cp:lastModifiedBy>
  <cp:revision>2</cp:revision>
  <dcterms:created xsi:type="dcterms:W3CDTF">2026-03-22T07:17:17Z</dcterms:created>
  <dcterms:modified xsi:type="dcterms:W3CDTF">2026-03-22T07:30:56Z</dcterms:modified>
</cp:coreProperties>
</file>