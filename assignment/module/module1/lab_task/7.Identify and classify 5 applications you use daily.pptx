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C848C-B385-4C9A-881B-1457B247555B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3CAF5-735B-4234-8DE9-A079AC8F83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13404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C848C-B385-4C9A-881B-1457B247555B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3CAF5-735B-4234-8DE9-A079AC8F83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96053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C848C-B385-4C9A-881B-1457B247555B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3CAF5-735B-4234-8DE9-A079AC8F83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73202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C848C-B385-4C9A-881B-1457B247555B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3CAF5-735B-4234-8DE9-A079AC8F83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5233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C848C-B385-4C9A-881B-1457B247555B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3CAF5-735B-4234-8DE9-A079AC8F83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67039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C848C-B385-4C9A-881B-1457B247555B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3CAF5-735B-4234-8DE9-A079AC8F83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78200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C848C-B385-4C9A-881B-1457B247555B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3CAF5-735B-4234-8DE9-A079AC8F83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38492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C848C-B385-4C9A-881B-1457B247555B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3CAF5-735B-4234-8DE9-A079AC8F83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60284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C848C-B385-4C9A-881B-1457B247555B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3CAF5-735B-4234-8DE9-A079AC8F83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6255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C848C-B385-4C9A-881B-1457B247555B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3CAF5-735B-4234-8DE9-A079AC8F83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24580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C848C-B385-4C9A-881B-1457B247555B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3CAF5-735B-4234-8DE9-A079AC8F83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03042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1C848C-B385-4C9A-881B-1457B247555B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A3CAF5-735B-4234-8DE9-A079AC8F83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84463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2365375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Identify and classify 5 applications you use daily as either system software </a:t>
            </a:r>
            <a:r>
              <a:rPr lang="en-US" dirty="0" err="1" smtClean="0"/>
              <a:t>orapplication</a:t>
            </a:r>
            <a:r>
              <a:rPr lang="en-US" dirty="0" smtClean="0"/>
              <a:t> software.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5123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09600"/>
            <a:ext cx="8229600" cy="5516563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Here is a classification of five common applications based on their role in a computer system:</a:t>
            </a:r>
          </a:p>
          <a:p>
            <a:r>
              <a:rPr lang="en-US" b="1" dirty="0" smtClean="0"/>
              <a:t>Microsoft </a:t>
            </a:r>
            <a:r>
              <a:rPr lang="en-US" b="1" dirty="0"/>
              <a:t>Windows / </a:t>
            </a:r>
            <a:r>
              <a:rPr lang="en-US" b="1" dirty="0" err="1" smtClean="0"/>
              <a:t>macOS</a:t>
            </a:r>
            <a:r>
              <a:rPr lang="en-US" b="1" dirty="0" smtClean="0"/>
              <a:t> : System Software :</a:t>
            </a:r>
            <a:r>
              <a:rPr lang="en-US" dirty="0" smtClean="0"/>
              <a:t>The</a:t>
            </a:r>
            <a:r>
              <a:rPr lang="en-US" dirty="0"/>
              <a:t> </a:t>
            </a:r>
            <a:r>
              <a:rPr lang="en-US" b="1" dirty="0"/>
              <a:t>Operating </a:t>
            </a:r>
            <a:r>
              <a:rPr lang="en-US" b="1" dirty="0" smtClean="0"/>
              <a:t>System </a:t>
            </a:r>
            <a:r>
              <a:rPr lang="en-US" dirty="0" smtClean="0"/>
              <a:t>that </a:t>
            </a:r>
            <a:r>
              <a:rPr lang="en-US" dirty="0"/>
              <a:t>manages hardware and provides the platform for all other apps to run</a:t>
            </a:r>
            <a:r>
              <a:rPr lang="en-US" dirty="0" smtClean="0"/>
              <a:t>.</a:t>
            </a:r>
          </a:p>
          <a:p>
            <a:r>
              <a:rPr lang="en-US" b="1" dirty="0" smtClean="0"/>
              <a:t>Google </a:t>
            </a:r>
            <a:r>
              <a:rPr lang="en-US" b="1" dirty="0"/>
              <a:t>Chrome / </a:t>
            </a:r>
            <a:r>
              <a:rPr lang="en-US" b="1" dirty="0" smtClean="0"/>
              <a:t>Safari : Application Software : </a:t>
            </a:r>
            <a:r>
              <a:rPr lang="en-US" dirty="0" smtClean="0"/>
              <a:t>A</a:t>
            </a:r>
            <a:r>
              <a:rPr lang="en-US" dirty="0"/>
              <a:t> </a:t>
            </a:r>
            <a:r>
              <a:rPr lang="en-US" b="1" dirty="0"/>
              <a:t>Web Browser</a:t>
            </a:r>
            <a:r>
              <a:rPr lang="en-US" dirty="0"/>
              <a:t> used by the end-user to access and interact with content on the internet</a:t>
            </a:r>
            <a:r>
              <a:rPr lang="en-US" dirty="0" smtClean="0"/>
              <a:t>.</a:t>
            </a:r>
          </a:p>
          <a:p>
            <a:r>
              <a:rPr lang="en-US" b="1" dirty="0" err="1" smtClean="0"/>
              <a:t>Whats</a:t>
            </a:r>
            <a:r>
              <a:rPr lang="en-US" b="1" dirty="0" smtClean="0"/>
              <a:t> App </a:t>
            </a:r>
            <a:r>
              <a:rPr lang="en-US" b="1" dirty="0"/>
              <a:t>/ </a:t>
            </a:r>
            <a:r>
              <a:rPr lang="en-US" b="1" dirty="0" smtClean="0"/>
              <a:t>Slack : Application Software : </a:t>
            </a:r>
            <a:r>
              <a:rPr lang="en-US" dirty="0" smtClean="0"/>
              <a:t>A</a:t>
            </a:r>
            <a:r>
              <a:rPr lang="en-US" dirty="0"/>
              <a:t> </a:t>
            </a:r>
            <a:r>
              <a:rPr lang="en-US" b="1" dirty="0"/>
              <a:t>Communication tool</a:t>
            </a:r>
            <a:r>
              <a:rPr lang="en-US" dirty="0"/>
              <a:t> designed to help users send messages and perform specific social tasks</a:t>
            </a:r>
            <a:r>
              <a:rPr lang="en-US" dirty="0" smtClean="0"/>
              <a:t>.</a:t>
            </a:r>
          </a:p>
          <a:p>
            <a:r>
              <a:rPr lang="en-US" b="1" dirty="0" smtClean="0"/>
              <a:t>Device </a:t>
            </a:r>
            <a:r>
              <a:rPr lang="en-US" b="1" dirty="0"/>
              <a:t>Drivers</a:t>
            </a:r>
            <a:r>
              <a:rPr lang="en-US" dirty="0"/>
              <a:t> (e.g., Graphics/Printer</a:t>
            </a:r>
            <a:r>
              <a:rPr lang="en-US" dirty="0" smtClean="0"/>
              <a:t>) : </a:t>
            </a:r>
            <a:r>
              <a:rPr lang="en-US" b="1" dirty="0" smtClean="0"/>
              <a:t>System Software : Utility </a:t>
            </a:r>
            <a:r>
              <a:rPr lang="en-US" b="1" dirty="0"/>
              <a:t>software</a:t>
            </a:r>
            <a:r>
              <a:rPr lang="en-US" dirty="0"/>
              <a:t> that allows the operating system to communicate with specific hardware components</a:t>
            </a:r>
            <a:r>
              <a:rPr lang="en-US" dirty="0" smtClean="0"/>
              <a:t>.</a:t>
            </a:r>
          </a:p>
          <a:p>
            <a:r>
              <a:rPr lang="en-US" b="1" dirty="0" smtClean="0"/>
              <a:t>Microsoft </a:t>
            </a:r>
            <a:r>
              <a:rPr lang="en-US" b="1" dirty="0"/>
              <a:t>Excel / Google </a:t>
            </a:r>
            <a:r>
              <a:rPr lang="en-US" b="1" dirty="0" smtClean="0"/>
              <a:t>Sheets : Application Software : Productivity </a:t>
            </a:r>
            <a:r>
              <a:rPr lang="en-US" b="1" dirty="0"/>
              <a:t>software</a:t>
            </a:r>
            <a:r>
              <a:rPr lang="en-US" dirty="0"/>
              <a:t> used specifically for data analysis, calculations, and organization</a:t>
            </a:r>
            <a:r>
              <a:rPr lang="en-US" dirty="0" smtClean="0"/>
              <a:t>.</a:t>
            </a:r>
            <a:br>
              <a:rPr lang="en-US" dirty="0" smtClean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61539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57200"/>
            <a:ext cx="8229600" cy="5668963"/>
          </a:xfrm>
        </p:spPr>
        <p:txBody>
          <a:bodyPr>
            <a:normAutofit/>
          </a:bodyPr>
          <a:lstStyle/>
          <a:p>
            <a:endParaRPr lang="en-US" dirty="0"/>
          </a:p>
          <a:p>
            <a:r>
              <a:rPr lang="en-US" b="1" dirty="0"/>
              <a:t>Key Difference</a:t>
            </a:r>
          </a:p>
          <a:p>
            <a:r>
              <a:rPr lang="en-US" b="1" dirty="0"/>
              <a:t>System Software</a:t>
            </a:r>
            <a:r>
              <a:rPr lang="en-US" dirty="0"/>
              <a:t> acts as the "middleman" between the hardware and the user; it runs in the background to keep the machine functional.</a:t>
            </a:r>
          </a:p>
          <a:p>
            <a:r>
              <a:rPr lang="en-US" b="1" dirty="0"/>
              <a:t>Application Software</a:t>
            </a:r>
            <a:r>
              <a:rPr lang="en-US" dirty="0"/>
              <a:t> is "end-user" software created to help you perform specific tasks, like writing a document or browsing a site.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8016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45</Words>
  <Application>Microsoft Office PowerPoint</Application>
  <PresentationFormat>On-screen Show (4:3)</PresentationFormat>
  <Paragraphs>11</Paragraphs>
  <Slides>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Office Theme</vt:lpstr>
      <vt:lpstr>Identify and classify 5 applications you use daily as either system software orapplication software. 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Identify and classify 5 applications you use daily as either system software orapplication software. </dc:title>
  <dc:creator>admin</dc:creator>
  <cp:lastModifiedBy>admin</cp:lastModifiedBy>
  <cp:revision>1</cp:revision>
  <dcterms:created xsi:type="dcterms:W3CDTF">2026-03-21T02:21:33Z</dcterms:created>
  <dcterms:modified xsi:type="dcterms:W3CDTF">2026-03-21T02:29:21Z</dcterms:modified>
</cp:coreProperties>
</file>