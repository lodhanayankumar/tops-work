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8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1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8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6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39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25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3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96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0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08996-1F5C-4593-87AE-B470A007FC2D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A4513-F696-435F-8693-CAF785F2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5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Simulate HTTP and FTP requests using command line tools (e.g., curl).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Simulating network protocols using command-line tools like </a:t>
            </a:r>
            <a:r>
              <a:rPr lang="en-US" b="1" dirty="0"/>
              <a:t>curl</a:t>
            </a:r>
            <a:r>
              <a:rPr lang="en-US" dirty="0"/>
              <a:t> allows you to see the raw interaction between a requester (client) and a provider (server).</a:t>
            </a:r>
          </a:p>
          <a:p>
            <a:r>
              <a:rPr lang="en-US" b="1" dirty="0"/>
              <a:t>HTTP vs. FTP Simulation Concepts</a:t>
            </a:r>
          </a:p>
          <a:p>
            <a:r>
              <a:rPr lang="en-US" b="1" dirty="0"/>
              <a:t>HTTP (Hypertext Transfer Protocol)</a:t>
            </a:r>
            <a:r>
              <a:rPr lang="en-US" dirty="0"/>
              <a:t>: A stateless, request-response exchange. When you use curl http://example.com, you are simulating a web browser requesting a specific document. The server sends the data and typically closes the connection once the specific transaction is done.</a:t>
            </a:r>
          </a:p>
          <a:p>
            <a:r>
              <a:rPr lang="en-US" b="1" dirty="0"/>
              <a:t>FTP (File Transfer Protocol)</a:t>
            </a:r>
            <a:r>
              <a:rPr lang="en-US" dirty="0"/>
              <a:t>: A </a:t>
            </a:r>
            <a:r>
              <a:rPr lang="en-US" dirty="0" err="1"/>
              <a:t>stateful</a:t>
            </a:r>
            <a:r>
              <a:rPr lang="en-US" dirty="0"/>
              <a:t> protocol designed specifically for moving files. Unlike HTTP, an FTP simulation (e.g., curl ftp://server.com) involves two separate channels: a </a:t>
            </a:r>
            <a:r>
              <a:rPr lang="en-US" b="1" dirty="0"/>
              <a:t>Control Channel</a:t>
            </a:r>
            <a:r>
              <a:rPr lang="en-US" dirty="0"/>
              <a:t> for commands (like login or list directory) and a </a:t>
            </a:r>
            <a:r>
              <a:rPr lang="en-US" b="1" dirty="0"/>
              <a:t>Data Channel</a:t>
            </a:r>
            <a:r>
              <a:rPr lang="en-US" dirty="0"/>
              <a:t> for the actual file transfer.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71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4504"/>
            <a:ext cx="8229600" cy="4077354"/>
          </a:xfrm>
        </p:spPr>
      </p:pic>
    </p:spTree>
    <p:extLst>
      <p:ext uri="{BB962C8B-B14F-4D97-AF65-F5344CB8AC3E}">
        <p14:creationId xmlns:p14="http://schemas.microsoft.com/office/powerpoint/2010/main" val="4110545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</Words>
  <Application>Microsoft Office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Simulate HTTP and FTP requests using command line tools (e.g., curl).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Simulate HTTP and FTP requests using command line tools (e.g., curl).</dc:title>
  <dc:creator>admin</dc:creator>
  <cp:lastModifiedBy>admin</cp:lastModifiedBy>
  <cp:revision>1</cp:revision>
  <dcterms:created xsi:type="dcterms:W3CDTF">2026-03-21T02:10:50Z</dcterms:created>
  <dcterms:modified xsi:type="dcterms:W3CDTF">2026-03-21T02:16:20Z</dcterms:modified>
</cp:coreProperties>
</file>