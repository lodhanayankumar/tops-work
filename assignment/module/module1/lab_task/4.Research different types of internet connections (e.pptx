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4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9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1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7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9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0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5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7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6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3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7E7E4-C77D-45D8-B83E-A7A47F602B3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1131E-AA43-4938-9789-29518E7F2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77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129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Research different types of internet connections (e.g., broadband, fiber, satellite) and list their pros and cons.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74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Autofit/>
          </a:bodyPr>
          <a:lstStyle/>
          <a:p>
            <a:r>
              <a:rPr lang="en-US" sz="1800" dirty="0"/>
              <a:t>Choosing an internet connection depends on balancing speed, reliability, and local availability. Here are the most common types of connections and their respective pros and cons:</a:t>
            </a:r>
          </a:p>
          <a:p>
            <a:r>
              <a:rPr lang="en-US" sz="1800" b="1" dirty="0"/>
              <a:t>Fiber-Optic Internet</a:t>
            </a:r>
          </a:p>
          <a:p>
            <a:r>
              <a:rPr lang="en-US" sz="1800" dirty="0"/>
              <a:t>Fiber is widely considered the "gold standard" of internet connectivity, using pulses of light through glass strands to transmit data. CNET +1</a:t>
            </a:r>
          </a:p>
          <a:p>
            <a:r>
              <a:rPr lang="en-US" sz="1800" b="1" dirty="0"/>
              <a:t>Pros:</a:t>
            </a:r>
            <a:endParaRPr lang="en-US" sz="1800" dirty="0"/>
          </a:p>
          <a:p>
            <a:pPr lvl="1"/>
            <a:r>
              <a:rPr lang="en-US" sz="1800" b="1" dirty="0"/>
              <a:t>Unmatched Speed:</a:t>
            </a:r>
            <a:r>
              <a:rPr lang="en-US" sz="1800" dirty="0"/>
              <a:t> Offers the highest available speeds, ranging from 100 Mbps to 10 </a:t>
            </a:r>
            <a:r>
              <a:rPr lang="en-US" sz="1800" dirty="0" err="1"/>
              <a:t>Gbps</a:t>
            </a:r>
            <a:r>
              <a:rPr lang="en-US" sz="1800" dirty="0"/>
              <a:t> and beyond.</a:t>
            </a:r>
          </a:p>
          <a:p>
            <a:pPr lvl="1"/>
            <a:r>
              <a:rPr lang="en-US" sz="1800" b="1" dirty="0"/>
              <a:t>Symmetrical Speeds:</a:t>
            </a:r>
            <a:r>
              <a:rPr lang="en-US" sz="1800" dirty="0"/>
              <a:t> Unlike most other types, download and upload speeds are typically equal, which is essential for video conferencing and large file uploads.</a:t>
            </a:r>
          </a:p>
          <a:p>
            <a:pPr lvl="1"/>
            <a:r>
              <a:rPr lang="en-US" sz="1800" b="1" dirty="0"/>
              <a:t>High Reliability:</a:t>
            </a:r>
            <a:r>
              <a:rPr lang="en-US" sz="1800" dirty="0"/>
              <a:t> It is resistant to electromagnetic interference and unaffected by distance or weather conditions.</a:t>
            </a:r>
          </a:p>
          <a:p>
            <a:r>
              <a:rPr lang="en-US" sz="1800" b="1" dirty="0"/>
              <a:t>Cons:</a:t>
            </a:r>
            <a:endParaRPr lang="en-US" sz="1800" dirty="0"/>
          </a:p>
          <a:p>
            <a:pPr lvl="1"/>
            <a:r>
              <a:rPr lang="en-US" sz="1800" b="1" dirty="0"/>
              <a:t>Limited Availability:</a:t>
            </a:r>
            <a:r>
              <a:rPr lang="en-US" sz="1800" dirty="0"/>
              <a:t> Infrastructure is expensive to build, so it is primarily found in urban and suburban areas.</a:t>
            </a:r>
          </a:p>
          <a:p>
            <a:pPr lvl="1"/>
            <a:r>
              <a:rPr lang="en-US" sz="1800" b="1" dirty="0"/>
              <a:t>Higher Cost:</a:t>
            </a:r>
            <a:r>
              <a:rPr lang="en-US" sz="1800" dirty="0"/>
              <a:t> Often carries higher upfront installation or monthly fees compared to basic DSL or cable. </a:t>
            </a:r>
          </a:p>
          <a:p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356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Cable Internet</a:t>
            </a:r>
          </a:p>
          <a:p>
            <a:r>
              <a:rPr lang="en-US" dirty="0"/>
              <a:t>Cable uses the same coaxial wiring used for television services and is the most common high-speed option in many regions. CNET +1</a:t>
            </a:r>
          </a:p>
          <a:p>
            <a:r>
              <a:rPr lang="en-US" b="1" dirty="0"/>
              <a:t>Pros:</a:t>
            </a:r>
            <a:endParaRPr lang="en-US" dirty="0"/>
          </a:p>
          <a:p>
            <a:pPr lvl="1"/>
            <a:r>
              <a:rPr lang="en-US" b="1" dirty="0"/>
              <a:t>Widely Available:</a:t>
            </a:r>
            <a:r>
              <a:rPr lang="en-US" dirty="0"/>
              <a:t> Accessible in most urban and suburban neighborhoods with existing cable TV infrastructure.</a:t>
            </a:r>
          </a:p>
          <a:p>
            <a:pPr lvl="1"/>
            <a:r>
              <a:rPr lang="en-US" b="1" dirty="0"/>
              <a:t>Fast Speeds:</a:t>
            </a:r>
            <a:r>
              <a:rPr lang="en-US" dirty="0"/>
              <a:t> Can reach download speeds up to 1 </a:t>
            </a:r>
            <a:r>
              <a:rPr lang="en-US" dirty="0" err="1"/>
              <a:t>Gbps</a:t>
            </a:r>
            <a:r>
              <a:rPr lang="en-US" dirty="0"/>
              <a:t> or 2 </a:t>
            </a:r>
            <a:r>
              <a:rPr lang="en-US" dirty="0" err="1"/>
              <a:t>Gbps</a:t>
            </a:r>
            <a:r>
              <a:rPr lang="en-US" dirty="0"/>
              <a:t>, sufficient for most households.</a:t>
            </a:r>
          </a:p>
          <a:p>
            <a:r>
              <a:rPr lang="en-US" b="1" dirty="0"/>
              <a:t>Cons:</a:t>
            </a:r>
            <a:endParaRPr lang="en-US" dirty="0"/>
          </a:p>
          <a:p>
            <a:pPr lvl="1"/>
            <a:r>
              <a:rPr lang="en-US" b="1" dirty="0"/>
              <a:t>Shared Bandwidth:</a:t>
            </a:r>
            <a:r>
              <a:rPr lang="en-US" dirty="0"/>
              <a:t> Speeds can decrease during "peak hours" when many neighbors are online simultaneously.</a:t>
            </a:r>
          </a:p>
          <a:p>
            <a:pPr lvl="1"/>
            <a:r>
              <a:rPr lang="en-US" b="1" dirty="0"/>
              <a:t>Asymmetrical Speeds:</a:t>
            </a:r>
            <a:r>
              <a:rPr lang="en-US" dirty="0"/>
              <a:t> Upload speeds are significantly slower than download speeds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2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Autofit/>
          </a:bodyPr>
          <a:lstStyle/>
          <a:p>
            <a:r>
              <a:rPr lang="en-US" sz="2400" b="1" dirty="0"/>
              <a:t>Satellite Internet</a:t>
            </a:r>
          </a:p>
          <a:p>
            <a:r>
              <a:rPr lang="en-US" sz="2400" dirty="0"/>
              <a:t>Satellite provides a wireless connection via orbiting satellites, making it a critical "lifeline" for remote areas. </a:t>
            </a:r>
            <a:r>
              <a:rPr lang="en-US" sz="2400" dirty="0" err="1"/>
              <a:t>Jaze</a:t>
            </a:r>
            <a:r>
              <a:rPr lang="en-US" sz="2400" dirty="0"/>
              <a:t> Networks +1</a:t>
            </a:r>
          </a:p>
          <a:p>
            <a:r>
              <a:rPr lang="en-US" sz="2400" b="1" dirty="0"/>
              <a:t>Pros:</a:t>
            </a:r>
            <a:endParaRPr lang="en-US" sz="2400" dirty="0"/>
          </a:p>
          <a:p>
            <a:pPr lvl="1"/>
            <a:r>
              <a:rPr lang="en-US" sz="2400" b="1" dirty="0"/>
              <a:t>Global Reach:</a:t>
            </a:r>
            <a:r>
              <a:rPr lang="en-US" sz="2400" dirty="0"/>
              <a:t> Available almost anywhere on Earth, including rural or geographically isolated locations where wires cannot reach.</a:t>
            </a:r>
          </a:p>
          <a:p>
            <a:r>
              <a:rPr lang="en-US" sz="2400" b="1" dirty="0"/>
              <a:t>Cons:</a:t>
            </a:r>
            <a:endParaRPr lang="en-US" sz="2400" dirty="0"/>
          </a:p>
          <a:p>
            <a:pPr lvl="1"/>
            <a:r>
              <a:rPr lang="en-US" sz="2400" b="1" dirty="0"/>
              <a:t>High Latency:</a:t>
            </a:r>
            <a:r>
              <a:rPr lang="en-US" sz="2400" dirty="0"/>
              <a:t> Because data must travel to space and back, there is a noticeable lag, making it poor for real-time gaming or video calls.</a:t>
            </a:r>
          </a:p>
          <a:p>
            <a:pPr lvl="1"/>
            <a:r>
              <a:rPr lang="en-US" sz="2400" b="1" dirty="0"/>
              <a:t>Weather Sensitive:</a:t>
            </a:r>
            <a:r>
              <a:rPr lang="en-US" sz="2400" dirty="0"/>
              <a:t> Heavy rain, snow, or dense clouds can disrupt or weaken the signal ("rain fade").</a:t>
            </a:r>
          </a:p>
          <a:p>
            <a:pPr lvl="1"/>
            <a:r>
              <a:rPr lang="en-US" sz="2400" b="1" dirty="0"/>
              <a:t>Expensive:</a:t>
            </a:r>
            <a:r>
              <a:rPr lang="en-US" sz="2400" dirty="0"/>
              <a:t> Typically has higher monthly costs for relatively slower speeds compared to terrestrial options. 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843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04800"/>
            <a:ext cx="8229600" cy="59737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5G / Fixed Wireless </a:t>
            </a:r>
          </a:p>
          <a:p>
            <a:r>
              <a:rPr lang="en-US" dirty="0"/>
              <a:t>This newer technology delivers home internet using the same cellular signals as mobile phones. CNET +1</a:t>
            </a:r>
          </a:p>
          <a:p>
            <a:r>
              <a:rPr lang="en-US" b="1" dirty="0"/>
              <a:t>Pros:</a:t>
            </a:r>
            <a:endParaRPr lang="en-US" dirty="0"/>
          </a:p>
          <a:p>
            <a:pPr lvl="1"/>
            <a:r>
              <a:rPr lang="en-US" b="1" dirty="0"/>
              <a:t>Easy Setup:</a:t>
            </a:r>
            <a:r>
              <a:rPr lang="en-US" dirty="0"/>
              <a:t> Usually "plug-and-play" with no professional installation or cables required.</a:t>
            </a:r>
          </a:p>
          <a:p>
            <a:pPr lvl="1"/>
            <a:r>
              <a:rPr lang="en-US" b="1" dirty="0"/>
              <a:t>Competitive Pricing:</a:t>
            </a:r>
            <a:r>
              <a:rPr lang="en-US" dirty="0"/>
              <a:t> Often cheaper than traditional broadband and offered without long-term contracts.</a:t>
            </a:r>
          </a:p>
          <a:p>
            <a:r>
              <a:rPr lang="en-US" b="1" dirty="0"/>
              <a:t>Cons:</a:t>
            </a:r>
            <a:endParaRPr lang="en-US" dirty="0"/>
          </a:p>
          <a:p>
            <a:pPr lvl="1"/>
            <a:r>
              <a:rPr lang="en-US" b="1" dirty="0"/>
              <a:t>Inconsistent Performance:</a:t>
            </a:r>
            <a:r>
              <a:rPr lang="en-US" dirty="0"/>
              <a:t> Speeds can fluctuate based on your distance from the cell tower and physical obstacles like trees or walls.</a:t>
            </a:r>
          </a:p>
          <a:p>
            <a:pPr lvl="1"/>
            <a:r>
              <a:rPr lang="en-US" b="1" dirty="0"/>
              <a:t>Congestion:</a:t>
            </a:r>
            <a:r>
              <a:rPr lang="en-US" dirty="0"/>
              <a:t> Network performance may drop during times of high mobile traffic on the same tower. 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6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DSL (Digital Subscriber Line)</a:t>
            </a:r>
          </a:p>
          <a:p>
            <a:r>
              <a:rPr lang="en-US" dirty="0"/>
              <a:t>DSL operates over traditional copper telephone lines. Bajaj </a:t>
            </a:r>
            <a:r>
              <a:rPr lang="en-US" dirty="0" err="1"/>
              <a:t>Finserv</a:t>
            </a:r>
            <a:r>
              <a:rPr lang="en-US" dirty="0"/>
              <a:t> +1</a:t>
            </a:r>
          </a:p>
          <a:p>
            <a:r>
              <a:rPr lang="en-US" b="1" dirty="0"/>
              <a:t>Pros:</a:t>
            </a:r>
            <a:endParaRPr lang="en-US" dirty="0"/>
          </a:p>
          <a:p>
            <a:pPr lvl="1"/>
            <a:r>
              <a:rPr lang="en-US" b="1" dirty="0"/>
              <a:t>Affordable:</a:t>
            </a:r>
            <a:r>
              <a:rPr lang="en-US" dirty="0"/>
              <a:t> Generally the most budget-friendly wired option.</a:t>
            </a:r>
          </a:p>
          <a:p>
            <a:pPr lvl="1"/>
            <a:r>
              <a:rPr lang="en-US" b="1" dirty="0"/>
              <a:t>Dedicated Line:</a:t>
            </a:r>
            <a:r>
              <a:rPr lang="en-US" dirty="0"/>
              <a:t> Unlike cable, your connection is not shared with neighbors, though total speeds are lower.</a:t>
            </a:r>
          </a:p>
          <a:p>
            <a:r>
              <a:rPr lang="en-US" b="1" dirty="0"/>
              <a:t>Cons:</a:t>
            </a:r>
            <a:endParaRPr lang="en-US" dirty="0"/>
          </a:p>
          <a:p>
            <a:r>
              <a:rPr lang="en-US" b="1" dirty="0"/>
              <a:t>Distance Dependent:</a:t>
            </a:r>
            <a:r>
              <a:rPr lang="en-US" dirty="0"/>
              <a:t> The further you are from the provider's central office, the slower and weaker the signal becomes.</a:t>
            </a:r>
          </a:p>
          <a:p>
            <a:pPr lvl="1"/>
            <a:r>
              <a:rPr lang="en-US" b="1" dirty="0"/>
              <a:t>Slowest Wired Option:</a:t>
            </a:r>
            <a:r>
              <a:rPr lang="en-US" dirty="0"/>
              <a:t> Max speeds are usually much lower than cable or fiber (typically capped at 100 Mbps)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8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Research different types of internet connections (e.g., broadband, fiber, satellite) and list their pros and cons.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different types of internet connections (e.g., broadband, fiber, satellite) and list their pros and cons. </dc:title>
  <dc:creator>admin</dc:creator>
  <cp:lastModifiedBy>admin</cp:lastModifiedBy>
  <cp:revision>2</cp:revision>
  <dcterms:created xsi:type="dcterms:W3CDTF">2026-03-21T02:02:28Z</dcterms:created>
  <dcterms:modified xsi:type="dcterms:W3CDTF">2026-03-21T02:12:19Z</dcterms:modified>
</cp:coreProperties>
</file>