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6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4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2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4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0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4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0AD41-2DF5-430B-A95C-FFEB02DDA9C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F656B-9A76-4F04-BF37-E1698945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4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605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Create a flowchart representing the Software Development Life Cycle (SDLC).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2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Software Development Life Cycle (SDLC)</a:t>
            </a:r>
            <a:r>
              <a:rPr lang="en-US" dirty="0"/>
              <a:t> is a structured framework that describes the phases involved in developing a software application from its initial feasibility study to its retirement. It provides a roadmap for teams to deliver high-quality software efficiently and predictably. YouTube +3</a:t>
            </a:r>
          </a:p>
          <a:p>
            <a:r>
              <a:rPr lang="en-US" b="1" dirty="0"/>
              <a:t>Standard SDLC Phases</a:t>
            </a:r>
          </a:p>
          <a:p>
            <a:r>
              <a:rPr lang="en-US" dirty="0"/>
              <a:t>A typical SDLC process consists of the following sequential or iterative stages: Microsoft</a:t>
            </a:r>
          </a:p>
          <a:p>
            <a:r>
              <a:rPr lang="en-US" b="1" dirty="0"/>
              <a:t>1. Planning:</a:t>
            </a:r>
            <a:r>
              <a:rPr lang="en-US" dirty="0"/>
              <a:t> Defining the project scope, objectives, resources, and potential risks.</a:t>
            </a:r>
          </a:p>
          <a:p>
            <a:r>
              <a:rPr lang="en-US" b="1" dirty="0"/>
              <a:t>2. Analysis:</a:t>
            </a:r>
            <a:r>
              <a:rPr lang="en-US" dirty="0"/>
              <a:t> Gathering and documenting detailed business and user requirements from stakeholders.</a:t>
            </a:r>
          </a:p>
          <a:p>
            <a:r>
              <a:rPr lang="en-US" b="1" dirty="0"/>
              <a:t>3. Design:</a:t>
            </a:r>
            <a:r>
              <a:rPr lang="en-US" dirty="0"/>
              <a:t> Creating technical blueprints, including system architecture, user interface (UI) mockups, and database design.</a:t>
            </a:r>
          </a:p>
          <a:p>
            <a:r>
              <a:rPr lang="en-US" b="1" dirty="0"/>
              <a:t>4. Implementation (Coding):</a:t>
            </a:r>
            <a:r>
              <a:rPr lang="en-US" dirty="0"/>
              <a:t> The actual construction phase where developers write the source code based on the design specifications.</a:t>
            </a:r>
          </a:p>
          <a:p>
            <a:r>
              <a:rPr lang="en-US" b="1" dirty="0"/>
              <a:t>5. Testing:</a:t>
            </a:r>
            <a:r>
              <a:rPr lang="en-US" dirty="0"/>
              <a:t> Verifying the software against requirements to identify and fix bugs before release.</a:t>
            </a:r>
          </a:p>
          <a:p>
            <a:r>
              <a:rPr lang="en-US" b="1" dirty="0"/>
              <a:t>6. Deployment:</a:t>
            </a:r>
            <a:r>
              <a:rPr lang="en-US" dirty="0"/>
              <a:t> Releasing the finalized software to the production environment for users</a:t>
            </a:r>
            <a:r>
              <a:rPr lang="en-US" dirty="0" smtClean="0"/>
              <a:t>.</a:t>
            </a:r>
          </a:p>
          <a:p>
            <a:r>
              <a:rPr lang="en-US" b="1" dirty="0"/>
              <a:t>7. Maintenance:</a:t>
            </a:r>
            <a:r>
              <a:rPr lang="en-US" dirty="0"/>
              <a:t> Ongoing support, including bug fixes, security updates, and performance enhancements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40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2000"/>
            <a:ext cx="8229600" cy="5345617"/>
          </a:xfrm>
        </p:spPr>
      </p:pic>
    </p:spTree>
    <p:extLst>
      <p:ext uri="{BB962C8B-B14F-4D97-AF65-F5344CB8AC3E}">
        <p14:creationId xmlns:p14="http://schemas.microsoft.com/office/powerpoint/2010/main" val="82715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Create a flowchart representing the Software Development Life Cycle (SDLC).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flowchart representing the Software Development Life Cycle (SDLC).</dc:title>
  <dc:creator>admin</dc:creator>
  <cp:lastModifiedBy>admin</cp:lastModifiedBy>
  <cp:revision>1</cp:revision>
  <dcterms:created xsi:type="dcterms:W3CDTF">2026-03-22T07:30:58Z</dcterms:created>
  <dcterms:modified xsi:type="dcterms:W3CDTF">2026-03-22T07:39:02Z</dcterms:modified>
</cp:coreProperties>
</file>