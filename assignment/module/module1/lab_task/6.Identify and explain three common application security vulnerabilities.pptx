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787A-A9E7-4EB8-8970-6A789DB8D3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3E87B-1254-419D-9867-E80B2D896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20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787A-A9E7-4EB8-8970-6A789DB8D3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3E87B-1254-419D-9867-E80B2D896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0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787A-A9E7-4EB8-8970-6A789DB8D3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3E87B-1254-419D-9867-E80B2D896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628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787A-A9E7-4EB8-8970-6A789DB8D3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3E87B-1254-419D-9867-E80B2D896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93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787A-A9E7-4EB8-8970-6A789DB8D3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3E87B-1254-419D-9867-E80B2D896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6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787A-A9E7-4EB8-8970-6A789DB8D3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3E87B-1254-419D-9867-E80B2D896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5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787A-A9E7-4EB8-8970-6A789DB8D3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3E87B-1254-419D-9867-E80B2D896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03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787A-A9E7-4EB8-8970-6A789DB8D3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3E87B-1254-419D-9867-E80B2D896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5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787A-A9E7-4EB8-8970-6A789DB8D3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3E87B-1254-419D-9867-E80B2D896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03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787A-A9E7-4EB8-8970-6A789DB8D3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3E87B-1254-419D-9867-E80B2D896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3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787A-A9E7-4EB8-8970-6A789DB8D3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3E87B-1254-419D-9867-E80B2D896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24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5787A-A9E7-4EB8-8970-6A789DB8D3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3E87B-1254-419D-9867-E80B2D896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9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Identify and explain three common application security vulnerabilities. Suggest possible solutions.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710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Application security vulnerabilities are flaws in software that attackers exploit to steal data or take control of systems. Here are three of the most common ones:</a:t>
            </a:r>
          </a:p>
          <a:p>
            <a:r>
              <a:rPr lang="en-US" b="1" dirty="0"/>
              <a:t>1. SQL Injection (</a:t>
            </a:r>
            <a:r>
              <a:rPr lang="en-US" b="1" dirty="0" err="1"/>
              <a:t>SQLi</a:t>
            </a:r>
            <a:r>
              <a:rPr lang="en-US" b="1" dirty="0"/>
              <a:t>)</a:t>
            </a:r>
          </a:p>
          <a:p>
            <a:r>
              <a:rPr lang="en-US" b="1" dirty="0"/>
              <a:t>The Flaw</a:t>
            </a:r>
            <a:r>
              <a:rPr lang="en-US" dirty="0"/>
              <a:t>: This happens when an attacker inserts malicious SQL code into an input field (like a login box). If the application doesn't "clean" the input, the database might execute the attacker’s code.</a:t>
            </a:r>
          </a:p>
          <a:p>
            <a:r>
              <a:rPr lang="en-US" b="1" dirty="0"/>
              <a:t>The Risk</a:t>
            </a:r>
            <a:r>
              <a:rPr lang="en-US" dirty="0"/>
              <a:t>: Attackers can bypass logins, view private user data, or delete entire databases.</a:t>
            </a:r>
          </a:p>
          <a:p>
            <a:r>
              <a:rPr lang="en-US" b="1" dirty="0"/>
              <a:t>The Solution</a:t>
            </a:r>
            <a:r>
              <a:rPr lang="en-US" dirty="0"/>
              <a:t>: Use </a:t>
            </a:r>
            <a:r>
              <a:rPr lang="en-US" b="1" dirty="0"/>
              <a:t>Parameterized Queries</a:t>
            </a:r>
            <a:r>
              <a:rPr lang="en-US" dirty="0"/>
              <a:t> (Prepared Statements). This ensures the database treats user input as plain text, not as executable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539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2. Cross-Site Scripting (XSS)</a:t>
            </a:r>
          </a:p>
          <a:p>
            <a:r>
              <a:rPr lang="en-US" b="1" dirty="0"/>
              <a:t>The Flaw</a:t>
            </a:r>
            <a:r>
              <a:rPr lang="en-US" dirty="0"/>
              <a:t>: An attacker "injects" malicious scripts (usually JavaScript) into a web page viewed by other users. For example, posting a comment on a blog that contains a hidden script.</a:t>
            </a:r>
          </a:p>
          <a:p>
            <a:r>
              <a:rPr lang="en-US" b="1" dirty="0"/>
              <a:t>The Risk</a:t>
            </a:r>
            <a:r>
              <a:rPr lang="en-US" dirty="0"/>
              <a:t>: The script runs in the victim's browser, allowing the attacker to steal session cookies, hijack accounts, or deface the website.</a:t>
            </a:r>
          </a:p>
          <a:p>
            <a:r>
              <a:rPr lang="en-US" b="1" dirty="0"/>
              <a:t>The Solution</a:t>
            </a:r>
            <a:r>
              <a:rPr lang="en-US" dirty="0"/>
              <a:t>: Implement </a:t>
            </a:r>
            <a:r>
              <a:rPr lang="en-US" b="1" dirty="0"/>
              <a:t>Output Encoding</a:t>
            </a:r>
            <a:r>
              <a:rPr lang="en-US" dirty="0"/>
              <a:t>. Convert special characters (like &lt; and &gt;) into a safe format so the browser displays them as text instead of running them as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21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3. Broken Access Control</a:t>
            </a:r>
          </a:p>
          <a:p>
            <a:r>
              <a:rPr lang="en-US" b="1" dirty="0"/>
              <a:t>The Flaw</a:t>
            </a:r>
            <a:r>
              <a:rPr lang="en-US" dirty="0"/>
              <a:t>: The application fails to properly check if a user has permission to access a specific resource. For example, a user changing a URL from ://example.com to ://example.com and seeing someone else's profile.</a:t>
            </a:r>
          </a:p>
          <a:p>
            <a:r>
              <a:rPr lang="en-US" b="1" dirty="0"/>
              <a:t>The Risk</a:t>
            </a:r>
            <a:r>
              <a:rPr lang="en-US" dirty="0"/>
              <a:t>: Users can gain unauthorized access to sensitive files, admin panels, or other users' accounts.</a:t>
            </a:r>
          </a:p>
          <a:p>
            <a:r>
              <a:rPr lang="en-US" b="1" dirty="0"/>
              <a:t>The Solution</a:t>
            </a:r>
            <a:r>
              <a:rPr lang="en-US" dirty="0"/>
              <a:t>: Enforce a </a:t>
            </a:r>
            <a:r>
              <a:rPr lang="en-US" b="1" dirty="0"/>
              <a:t>Deny by Default</a:t>
            </a:r>
            <a:r>
              <a:rPr lang="en-US" dirty="0"/>
              <a:t> policy. Check permissions on the server-side for every single request to ensure the user is authorized for that specific 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007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220</Words>
  <Application>Microsoft Office PowerPoint</Application>
  <PresentationFormat>On-screen Show (4:3)</PresentationFormat>
  <Paragraphs>14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Identify and explain three common application security vulnerabilities. Suggest possible solutions.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 and explain three common application security vulnerabilities. Suggest possible solutions.</dc:title>
  <dc:creator>admin</dc:creator>
  <cp:lastModifiedBy>admin</cp:lastModifiedBy>
  <cp:revision>1</cp:revision>
  <dcterms:created xsi:type="dcterms:W3CDTF">2026-03-21T02:17:40Z</dcterms:created>
  <dcterms:modified xsi:type="dcterms:W3CDTF">2026-03-21T02:21:31Z</dcterms:modified>
</cp:coreProperties>
</file>