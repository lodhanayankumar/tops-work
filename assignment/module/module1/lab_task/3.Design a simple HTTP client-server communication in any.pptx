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7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7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3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0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4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7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3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4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8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AA9E2-C941-464C-B616-556279FB1BD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5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AA9E2-C941-464C-B616-556279FB1B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E3F8-66F7-4896-A6D3-A0561F1E9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7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a simple HTTP client-server communication in any language.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8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HTTP client-server communication is a </a:t>
            </a:r>
            <a:r>
              <a:rPr lang="en-US" b="1" dirty="0"/>
              <a:t>request-response</a:t>
            </a:r>
            <a:r>
              <a:rPr lang="en-US" dirty="0"/>
              <a:t> protocol that allows two computers to exchange data over a network. Think of it like a customer (client) ordering food from a kitchen (server).</a:t>
            </a:r>
          </a:p>
          <a:p>
            <a:r>
              <a:rPr lang="en-US" b="1" dirty="0"/>
              <a:t>The Concept Diagram</a:t>
            </a:r>
          </a:p>
          <a:p>
            <a:r>
              <a:rPr lang="en-US" dirty="0"/>
              <a:t>In this model, the two entities have distinct roles:</a:t>
            </a:r>
          </a:p>
          <a:p>
            <a:r>
              <a:rPr lang="en-US" b="1" dirty="0"/>
              <a:t>The Client (Service Requester)</a:t>
            </a:r>
            <a:r>
              <a:rPr lang="en-US" dirty="0"/>
              <a:t>: Usually a web browser or a mobile app. It triggers the communication by asking for a specific resource.</a:t>
            </a:r>
          </a:p>
          <a:p>
            <a:r>
              <a:rPr lang="en-US" b="1" dirty="0"/>
              <a:t>The Server (Service Provider)</a:t>
            </a:r>
            <a:r>
              <a:rPr lang="en-US" dirty="0"/>
              <a:t>: A powerful computer that sits waiting for requests. It stores data and "serves" it when asked.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4504"/>
            <a:ext cx="8229600" cy="407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94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 Three Core Stages</a:t>
            </a:r>
          </a:p>
          <a:p>
            <a:r>
              <a:rPr lang="en-US" b="1" dirty="0"/>
              <a:t>Establishment</a:t>
            </a:r>
            <a:r>
              <a:rPr lang="en-US" dirty="0"/>
              <a:t>: The client looks up the server's address (IP) and opens a "pipe" (TCP connection) to talk through.</a:t>
            </a:r>
          </a:p>
          <a:p>
            <a:r>
              <a:rPr lang="en-US" b="1" dirty="0"/>
              <a:t>The Request</a:t>
            </a:r>
            <a:r>
              <a:rPr lang="en-US" dirty="0"/>
              <a:t>: The client sends a specific message. This message contains a </a:t>
            </a:r>
            <a:r>
              <a:rPr lang="en-US" b="1" dirty="0"/>
              <a:t>Verb</a:t>
            </a:r>
            <a:r>
              <a:rPr lang="en-US" dirty="0"/>
              <a:t> (like GET to see data or POST to save data) and a </a:t>
            </a:r>
            <a:r>
              <a:rPr lang="en-US" b="1" dirty="0"/>
              <a:t>Path</a:t>
            </a:r>
            <a:r>
              <a:rPr lang="en-US" dirty="0"/>
              <a:t> (where the file is located).</a:t>
            </a:r>
          </a:p>
          <a:p>
            <a:r>
              <a:rPr lang="en-US" b="1" dirty="0"/>
              <a:t>The Response</a:t>
            </a:r>
            <a:r>
              <a:rPr lang="en-US" dirty="0"/>
              <a:t>: The server looks at its files, processes the logic, and sends back a message. This always includes a </a:t>
            </a:r>
            <a:r>
              <a:rPr lang="en-US" b="1" dirty="0"/>
              <a:t>Status Code</a:t>
            </a:r>
            <a:r>
              <a:rPr lang="en-US" dirty="0"/>
              <a:t> (like 200 for "Success" or 404 for "Not Found") and the actual data (HTML, image, or text)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265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60</Words>
  <Application>Microsoft Office PowerPoint</Application>
  <PresentationFormat>On-screen Show (4:3)</PresentationFormat>
  <Paragraphs>10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Design a simple HTTP client-server communication in any language.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2026-03-20T16:42:15Z</dcterms:created>
  <dcterms:modified xsi:type="dcterms:W3CDTF">2026-03-21T02:02:25Z</dcterms:modified>
</cp:coreProperties>
</file>