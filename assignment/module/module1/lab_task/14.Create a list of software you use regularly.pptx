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93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3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1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3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0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7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4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7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5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74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9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C0267-1B54-4B1B-AA00-B61F026266A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D153C-CA99-480D-ACB2-4F7BEC7A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7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23621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Create a list of software you use regularly and classify them into the following categories: system, application, and utility software.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05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229600" cy="5410200"/>
          </a:xfrm>
        </p:spPr>
        <p:txBody>
          <a:bodyPr>
            <a:noAutofit/>
          </a:bodyPr>
          <a:lstStyle/>
          <a:p>
            <a:r>
              <a:rPr lang="en-US" sz="1800" dirty="0"/>
              <a:t>To help you understand how software is categorized, here is a list of common programs classified by their primary function within a computer system:</a:t>
            </a:r>
          </a:p>
          <a:p>
            <a:r>
              <a:rPr lang="en-US" sz="1800" b="1" dirty="0"/>
              <a:t>1. System Software</a:t>
            </a:r>
          </a:p>
          <a:p>
            <a:r>
              <a:rPr lang="en-US" sz="1800" dirty="0"/>
              <a:t>This software manages the hardware and provides a platform for other software to run. It's the "foundation" of your device.</a:t>
            </a:r>
          </a:p>
          <a:p>
            <a:r>
              <a:rPr lang="en-US" sz="1800" b="1" dirty="0"/>
              <a:t>Operating Systems:</a:t>
            </a:r>
            <a:r>
              <a:rPr lang="en-US" sz="1800" dirty="0"/>
              <a:t> Windows 11, </a:t>
            </a:r>
            <a:r>
              <a:rPr lang="en-US" sz="1800" dirty="0" err="1"/>
              <a:t>macOS</a:t>
            </a:r>
            <a:r>
              <a:rPr lang="en-US" sz="1800" dirty="0"/>
              <a:t>, Linux</a:t>
            </a:r>
          </a:p>
          <a:p>
            <a:r>
              <a:rPr lang="en-US" sz="1800" b="1" dirty="0"/>
              <a:t>Device Drivers:</a:t>
            </a:r>
            <a:r>
              <a:rPr lang="en-US" sz="1800" dirty="0"/>
              <a:t> Software that lets your OS talk to your printer, graphics card, or mouse.</a:t>
            </a:r>
          </a:p>
          <a:p>
            <a:r>
              <a:rPr lang="en-US" sz="1800" b="1" dirty="0"/>
              <a:t>Firmware:</a:t>
            </a:r>
            <a:r>
              <a:rPr lang="en-US" sz="1800" dirty="0"/>
              <a:t> Built-in software for hardware like your router or motherboard (BIOS/UEFI).</a:t>
            </a:r>
          </a:p>
          <a:p>
            <a:r>
              <a:rPr lang="en-US" sz="1800" b="1" dirty="0"/>
              <a:t>2. Application Software</a:t>
            </a:r>
          </a:p>
          <a:p>
            <a:r>
              <a:rPr lang="en-US" sz="1800" dirty="0"/>
              <a:t>This is "end-user" software designed to help you perform specific tasks, whether for work or entertainment.</a:t>
            </a:r>
          </a:p>
          <a:p>
            <a:r>
              <a:rPr lang="en-US" sz="1800" b="1" dirty="0"/>
              <a:t>Web Browsers:</a:t>
            </a:r>
            <a:r>
              <a:rPr lang="en-US" sz="1800" dirty="0"/>
              <a:t> Google Chrome, Mozilla Firefox</a:t>
            </a:r>
          </a:p>
          <a:p>
            <a:r>
              <a:rPr lang="en-US" sz="1800" b="1" dirty="0"/>
              <a:t>Productivity Suites:</a:t>
            </a:r>
            <a:r>
              <a:rPr lang="en-US" sz="1800" dirty="0"/>
              <a:t> Microsoft Word, Google Sheets, Slack</a:t>
            </a:r>
          </a:p>
          <a:p>
            <a:r>
              <a:rPr lang="en-US" sz="1800" b="1" dirty="0"/>
              <a:t>Creative Tools:</a:t>
            </a:r>
            <a:r>
              <a:rPr lang="en-US" sz="1800" dirty="0"/>
              <a:t> Adobe Photoshop, </a:t>
            </a:r>
            <a:r>
              <a:rPr lang="en-US" sz="1800" dirty="0" err="1"/>
              <a:t>Canva</a:t>
            </a:r>
            <a:endParaRPr lang="en-US" sz="1800" dirty="0"/>
          </a:p>
          <a:p>
            <a:r>
              <a:rPr lang="en-US" sz="1800" b="1" dirty="0"/>
              <a:t>Media Players:</a:t>
            </a:r>
            <a:r>
              <a:rPr lang="en-US" sz="1800" dirty="0"/>
              <a:t> </a:t>
            </a:r>
            <a:r>
              <a:rPr lang="en-US" sz="1800" dirty="0" err="1"/>
              <a:t>Spotify</a:t>
            </a:r>
            <a:r>
              <a:rPr lang="en-US" sz="1800" dirty="0"/>
              <a:t>, VLC Media </a:t>
            </a:r>
            <a:r>
              <a:rPr lang="en-US" sz="1800" dirty="0" smtClean="0"/>
              <a:t>Player</a:t>
            </a:r>
            <a:br>
              <a:rPr lang="en-US" sz="1800" dirty="0" smtClean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0836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1"/>
            <a:ext cx="8229600" cy="2819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3</a:t>
            </a:r>
            <a:r>
              <a:rPr lang="en-US" b="1" dirty="0"/>
              <a:t>. Utility Software</a:t>
            </a:r>
          </a:p>
          <a:p>
            <a:r>
              <a:rPr lang="en-US" dirty="0"/>
              <a:t>These programs focus on maintaining, protecting, and optimizing the computer system itself.</a:t>
            </a:r>
          </a:p>
          <a:p>
            <a:r>
              <a:rPr lang="en-US" b="1" dirty="0"/>
              <a:t>Security:</a:t>
            </a:r>
            <a:r>
              <a:rPr lang="en-US" dirty="0"/>
              <a:t> Norton Antivirus, Windows Defender</a:t>
            </a:r>
          </a:p>
          <a:p>
            <a:r>
              <a:rPr lang="en-US" b="1" dirty="0"/>
              <a:t>File Management:</a:t>
            </a:r>
            <a:r>
              <a:rPr lang="en-US" dirty="0"/>
              <a:t> WinZip, 7-Zip (for compressing files)</a:t>
            </a:r>
          </a:p>
          <a:p>
            <a:r>
              <a:rPr lang="en-US" b="1" dirty="0"/>
              <a:t>Optimization/Cleanup:</a:t>
            </a:r>
            <a:r>
              <a:rPr lang="en-US" dirty="0"/>
              <a:t> </a:t>
            </a:r>
            <a:r>
              <a:rPr lang="en-US" dirty="0" err="1"/>
              <a:t>CCleaner</a:t>
            </a:r>
            <a:r>
              <a:rPr lang="en-US" dirty="0"/>
              <a:t>, Disk Cleanup</a:t>
            </a:r>
          </a:p>
          <a:p>
            <a:r>
              <a:rPr lang="en-US" b="1" dirty="0"/>
              <a:t>Backup Tools:</a:t>
            </a:r>
            <a:r>
              <a:rPr lang="en-US" dirty="0"/>
              <a:t> Time Machine (Mac), </a:t>
            </a:r>
            <a:r>
              <a:rPr lang="en-US" dirty="0" err="1"/>
              <a:t>Backblaze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44668"/>
              </p:ext>
            </p:extLst>
          </p:nvPr>
        </p:nvGraphicFramePr>
        <p:xfrm>
          <a:off x="762000" y="3505200"/>
          <a:ext cx="75438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70485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 Goal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/>
                    </a:p>
                  </a:txBody>
                  <a:tcPr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 hardware resources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11</a:t>
                      </a:r>
                      <a:endParaRPr lang="en-US" dirty="0"/>
                    </a:p>
                  </a:txBody>
                  <a:tcPr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 user complete a task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Excel</a:t>
                      </a:r>
                      <a:endParaRPr lang="en-US" dirty="0"/>
                    </a:p>
                  </a:txBody>
                  <a:tcPr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Maintain and protect the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Antivirus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02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127</Words>
  <Application>Microsoft Office PowerPoint</Application>
  <PresentationFormat>On-screen Show (4:3)</PresentationFormat>
  <Paragraphs>31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Create a list of software you use regularly and classify them into the following categories: system, application, and utility software.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list of software you use regularly and classify them into the following categories: system, application, and utility software. </dc:title>
  <dc:creator>admin</dc:creator>
  <cp:lastModifiedBy>admin</cp:lastModifiedBy>
  <cp:revision>2</cp:revision>
  <dcterms:created xsi:type="dcterms:W3CDTF">2026-03-22T07:05:45Z</dcterms:created>
  <dcterms:modified xsi:type="dcterms:W3CDTF">2026-03-22T07:17:10Z</dcterms:modified>
</cp:coreProperties>
</file>